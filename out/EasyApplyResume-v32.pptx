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公告发布 / 定时推送 / 用户触达追踪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广告上下架 / 排期控制 / 素材管理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日活 / 访问轨迹 / 行为分析看板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API 调用量 / 性能指标 / 异常预警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中间件监测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Redis 状态 / 数据库连接池 / 消息队列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SSH 远程连接 / 健康检测 / 自动巡检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617220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防火墙配置 / 日志审计 / 漏洞扫描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优化RAG效果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扩展行业模板库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接入更多LLM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开放API生态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从简历到入职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智能闭环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