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540000" y="3810000"/>
            <a:ext cx="3810000" cy="3175000"/>
          </a:xfrm>
          <a:prstGeom prst="rect">
            <a:avLst/>
          </a:prstGeom>
          <a:solidFill>
            <a:srgbClr val="0284C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rgbClr val="FFFFFF"/>
                </a:solidFill>
              </a:rPr>
              <a:t>Box 1</a:t>
            </a: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85000" y="3810000"/>
            <a:ext cx="3810000" cy="3175000"/>
          </a:xfrm>
          <a:prstGeom prst="rect">
            <a:avLst/>
          </a:prstGeom>
          <a:solidFill>
            <a:srgbClr val="0D94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rgbClr val="FFFFFF"/>
                </a:solidFill>
              </a:rPr>
              <a:t>Box 2</a:t>
            </a: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30000" y="3810000"/>
            <a:ext cx="3810000" cy="3175000"/>
          </a:xfrm>
          <a:prstGeom prst="rect">
            <a:avLst/>
          </a:prstGeom>
          <a:solidFill>
            <a:srgbClr val="EA580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>
                <a:solidFill>
                  <a:srgbClr val="FFFFFF"/>
                </a:solidFill>
              </a:rPr>
              <a:t>Box 3</a:t>
            </a:r>
            <a:endParaRPr lang="en-US" altLang="en-US" sz="2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宽屏</PresentationFormat>
  <Paragraphs>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shini</dc:creator>
  <cp:lastModifiedBy>汤姆猫</cp:lastModifiedBy>
  <cp:revision>157</cp:revision>
  <dcterms:created xsi:type="dcterms:W3CDTF">2019-06-19T02:08:00Z</dcterms:created>
  <dcterms:modified xsi:type="dcterms:W3CDTF">2026-06-06T14:08:38Z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3ECA5801420D48AAB0AF4872574B3275_11</vt:lpwstr>
  </property>
</Properties>
</file>