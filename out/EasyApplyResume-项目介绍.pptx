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E3A5F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2331720"/>
            <a:ext cx="182880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0972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EasyApplyResume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易投简历 — AI 智能求职与简历管理平台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560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· ReAct Agent · RAG 知识库 · 多模型集成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3246120"/>
            <a:ext cx="274320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4747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技术架构：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3.3.5 + Java 21 + MySQL + PostgreSQL + Redis
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能力：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+ DashScope + 智谱AI + 豆包 + Ollama
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部署方式：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Nacos + Spring Boot Admin + Prometheus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0" y="914400"/>
            <a:ext cx="16459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0" y="1188720"/>
            <a:ext cx="164592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1463040"/>
            <a:ext cx="16459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作者：shiningCloud2025 | 2026年6月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问题背景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当前求职市场的核心痛点与AI破局之道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14630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简历制作低效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求职者缺乏专业指导，简历内容空洞、结构混乱、表达不专业，严重影响面试邀约率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463040"/>
            <a:ext cx="54864" cy="14630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求职信息不对称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求职者难以获取全面的职位信息、行业动态和公司评价，缺乏有效的决策依据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154680"/>
            <a:ext cx="54864" cy="1463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管理者运营负担重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37033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HR和管理员面临大量重复性的简历筛选、用户管理、数据统计工作，效率低下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315468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154680"/>
            <a:ext cx="54864" cy="1463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缺乏个性化服务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37760" y="37033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传统求职平台千篇一律，无法根据个人背景和目标岗位提供量身定制的优化建议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617720"/>
            <a:ext cx="8046720" cy="256032"/>
          </a:xfrm>
          <a:prstGeom prst="rect">
            <a:avLst/>
          </a:prstGeom>
          <a:solidFill>
            <a:srgbClr val="0EA5E9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617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核心思路：基于 Spring AI 生态，构建 AI Agent 驱动的智能求职助手，实现简历优化、智能问答、自动化运营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|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技术选型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3.3.5 + Java 21 微服务架构，多层次 AI 能力集成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基础框架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6517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3.3.5 (Java 21)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95728"/>
            <a:ext cx="26517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957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MyBatis-Plus 3.5.7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71216"/>
            <a:ext cx="26517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7121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46704"/>
            <a:ext cx="26517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4670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Nacos 配置/服务发现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22192"/>
            <a:ext cx="26517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38221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容器化部署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37560" y="1417320"/>
            <a:ext cx="265176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&amp; LLM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37560" y="1920240"/>
            <a:ext cx="26517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7472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1.0.0-M6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37560" y="2395728"/>
            <a:ext cx="26517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0" y="23957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通义千问 (DashScope)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37560" y="2871216"/>
            <a:ext cx="26517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74720" y="287121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智谱AI (GLM-4)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37560" y="3346704"/>
            <a:ext cx="26517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474720" y="334670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豆包 (OpenAI协议)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37560" y="3822192"/>
            <a:ext cx="26517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474720" y="38221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本地模型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1417320"/>
            <a:ext cx="265176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数据与存储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17920" y="1920240"/>
            <a:ext cx="26517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35508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(主库)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2395728"/>
            <a:ext cx="26517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355080" y="23957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2871216"/>
            <a:ext cx="26517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55080" y="287121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(缓存/JWT)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17920" y="3346704"/>
            <a:ext cx="26517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355080" y="334670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/ 七牛云 OSS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3822192"/>
            <a:ext cx="26517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355080" y="38221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Redis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7200" y="393192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能力概览：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Agent · RAG 检索增强 · MCP 客户端 · 多云 LLM 适配 · 向量数据库 · 工具调用 (Function Calling) · 对话记忆持久化 · 敏感词过滤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|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智能体架构设计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自研 ReAct Agent 模式：思考-行动循环 + 工具调用 + RAG 增强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4206240" cy="32004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继承体系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1920240"/>
            <a:ext cx="2926080" cy="7315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88720" y="1965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BaseAgent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286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状态管理 · 步骤循环 · 流式SSE · 资源清理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51760" y="2651760"/>
            <a:ext cx="0" cy="22860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005840" y="2880360"/>
            <a:ext cx="3291840" cy="73152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2926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ReActAgent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3246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&amp; Act 模式 · 思考-行动循环 · 步骤编排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51760" y="3611880"/>
            <a:ext cx="0" cy="22860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22960" y="3840480"/>
            <a:ext cx="3657600" cy="731520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ToolCallAgent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工具调用管理 · 对话上下文维护 · 终止判断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777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具体 Agent 实现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0" y="1325880"/>
            <a:ext cx="3657600" cy="32004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12080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核心组件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212080" y="1920240"/>
            <a:ext cx="329184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12080" y="1920240"/>
            <a:ext cx="54864" cy="3657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3" name="Text 21"/>
          <p:cNvSpPr/>
          <p:nvPr/>
        </p:nvSpPr>
        <p:spPr>
          <a:xfrm>
            <a:off x="5440680" y="1938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ChatMemory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40680" y="21031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+ 内存混合持久化，支持多轮对话上下文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212080" y="2340864"/>
            <a:ext cx="329184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212080" y="2340864"/>
            <a:ext cx="54864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5440680" y="23591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Advisor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40680" y="252374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向量库 + 云知识库 + 查询重写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212080" y="2761488"/>
            <a:ext cx="329184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212080" y="2761488"/>
            <a:ext cx="54864" cy="3657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1" name="Text 29"/>
          <p:cNvSpPr/>
          <p:nvPr/>
        </p:nvSpPr>
        <p:spPr>
          <a:xfrm>
            <a:off x="5440680" y="277977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(8个)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40680" y="29443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网页搜索、终端操作、文件管理、PDF生成、邮件等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212080" y="3182112"/>
            <a:ext cx="329184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212080" y="3182112"/>
            <a:ext cx="54864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5" name="Text 33"/>
          <p:cNvSpPr/>
          <p:nvPr/>
        </p:nvSpPr>
        <p:spPr>
          <a:xfrm>
            <a:off x="5440680" y="32004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SensitiveWords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40680" y="336499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用户端/管理端双套敏感词过滤 Advisor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212080" y="3602736"/>
            <a:ext cx="329184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212080" y="3602736"/>
            <a:ext cx="54864" cy="3657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9" name="Text 37"/>
          <p:cNvSpPr/>
          <p:nvPr/>
        </p:nvSpPr>
        <p:spPr>
          <a:xfrm>
            <a:off x="5440680" y="362102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Client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40680" y="378561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Stdio/SSE 协议 MCP 工具集成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212080" y="4023360"/>
            <a:ext cx="329184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212080" y="4023360"/>
            <a:ext cx="54864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3" name="Text 41"/>
          <p:cNvSpPr/>
          <p:nvPr/>
        </p:nvSpPr>
        <p:spPr>
          <a:xfrm>
            <a:off x="5440680" y="40416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Router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40680" y="4206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DashScope / 智谱 / 豆包 / Ollama 多模型切换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85800" y="45262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ResumeAssistantAgent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简历AI助手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212080" y="45262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SystemAssistantAgent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系统管理助手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|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核心功能：C端 — AI 简历助手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面向求职者的全流程 AI 辅助：从简历优化到求职决策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265176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智能简历润色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语法优化 · 专业表达 · 结构重组 · 量化成果 · STAR法则改写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32588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325880"/>
            <a:ext cx="265176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定制化建议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按行业/岗位定制 · 保研/留学场景适配 · 多版本输出 · 关键词优化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325880"/>
            <a:ext cx="265176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知识增强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向量库 · 云知识库检索 · 查询重写优化 · 实时行业数据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08960"/>
            <a:ext cx="265176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工具调用能力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749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联网搜索职位 · 简历PDF生成 · 邮件发送 · 文件下载 · 数据抓取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37560" y="31089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37560" y="3108960"/>
            <a:ext cx="265176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352044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流式对话体验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20440" y="3749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实时流式输出 · 多轮上下文记忆 · 混合持久化 · 敏感词过滤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0" y="31089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3108960"/>
            <a:ext cx="265176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求职生态服务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3749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职位浏览/收藏 · 简历模板 · 面试题库 · 行业资讯 · 地区数据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|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核心功能：B端 — AI 系统管理助手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面向管理员的 AI 运维辅助：权限管理 · 内容运营 · 数据监控 · 智能诊断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7548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5486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4475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管理员管理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增删改查 · 角色权限分配 (RBAC) · 账户状态管理 · 登录日志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47548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057400"/>
            <a:ext cx="54864" cy="5486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8483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内容运营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33172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公告/广告管理 · FAQ问答库 · 项目/团队介绍 · 合作伙伴 · 媒体报道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47548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97480"/>
            <a:ext cx="54864" cy="5486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72491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数据管理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297180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省市区地图 · 行业分类 · 大学库 · 职位库 · 简历模板 · 求职攻略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47548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337560"/>
            <a:ext cx="54864" cy="5486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36499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运营工具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361188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评分模型训练数据 · 模型版本管理 · LLM工具配置 · 邮件通信群发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47548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977640"/>
            <a:ext cx="54864" cy="5486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00507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监控统计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425196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日活统计 · 访问量统计 · 服务机器监控 · Prometheus指标体系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0" y="1417320"/>
            <a:ext cx="32004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0" y="1417320"/>
            <a:ext cx="32004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0" y="1417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管理助手能力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69280" y="2057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引导式故障诊断与排查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669280" y="23591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系统配置与运维指导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69280" y="26609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数据报表智能解读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669280" y="29626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用户/简历问题快速定位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69280" y="32644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MCP + RAG + 工具增强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669280" y="3566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独立对话记忆管理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669280" y="38679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管理端专属敏感词过滤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9280" y="41696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Re2 重读增强理解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|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代码实现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Agent 核心实现 · 工具调用 · 双安全过滤链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60520" cy="3474720"/>
          </a:xfrm>
          <a:prstGeom prst="rect">
            <a:avLst/>
          </a:prstGeom>
          <a:solidFill>
            <a:srgbClr val="0C1B3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ToolCallAgent.think()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ToolCallAgent.java — 思考阶段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boolean think() {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(getNextStepPrompt() != null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&amp;&amp; !getNextStepPrompt().isEmpty()) {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getMessageList().add(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UserMessage(getNextStepPrompt()));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Prompt prompt = new Prompt(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getMessageList(), chatOptions);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ChatResponse chatResponse = getChatClient()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.prompt(prompt)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.system(getSystemPrompt())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.tools(availableTools)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.call()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.chatResponse();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617720" y="1005840"/>
            <a:ext cx="4160520" cy="3474720"/>
          </a:xfrm>
          <a:prstGeom prst="rect">
            <a:avLst/>
          </a:prstGeom>
          <a:solidFill>
            <a:srgbClr val="0C1B33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双 SecurityFilterChain 配置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1325880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Security双链: UserSecurityConfig &amp; AdminSecurityConfig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@Configuration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@EnableWebSecurity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@Order(1)  // User先匹配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UserSecurityConfig {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@Bean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SecurityFilterChain userSecurity...(HttpSecurity http){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http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.securityMatcher("/user/**")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.cors(cors-&gt;cors.configurationSource(corsConf))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.csrf(AbstractHttpConfigurer::disable)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.sessionManagement(session-&gt;session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.sessionCreationPolicy(SessionCreationPolicy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.STATELESS))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.authorizeHttpRequests(auth-&gt;auth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.requestMatchers("/user/auth/**").permitAll()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.anyRequest().authenticated())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.exceptionHandling(ex-&gt;ex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.authenticationEntryPoint(...))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.addFilterBefore(userJwtAuthFilter,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UsernamePasswordAuthFilter.class);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solidFill>
            <a:srgbClr val="14B8A6">
              <a:alpha val="2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46177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以上代码片段均来自项目真实源码：ToolCallAgent.java (think方法) 与 UserSecurityConfig.java (双SecurityFilterChain)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|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未来前景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持续迭代 · 拥抱 AI 前沿 · 打造全链路智能求职生态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97480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近期 (1-3月)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2697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20240"/>
            <a:ext cx="45720" cy="5029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202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前端界面开发完成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2697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514600"/>
            <a:ext cx="45720" cy="5029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146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多租户 SaaS 化改造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2697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108960"/>
            <a:ext cx="45720" cy="5029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108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接入更多 LLM (DeepSeek等)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703320"/>
            <a:ext cx="2697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703320"/>
            <a:ext cx="45720" cy="5029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7033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简历评分模型上线 (XGBoost)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91840" y="1371600"/>
            <a:ext cx="269748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13716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中期 (3-6月)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91840" y="1920240"/>
            <a:ext cx="2697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1920240"/>
            <a:ext cx="45720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19202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微服务化拆分 (Spring Cloud)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91840" y="2514600"/>
            <a:ext cx="2697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2514600"/>
            <a:ext cx="45720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25146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全链路可观测性增强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91840" y="3108960"/>
            <a:ext cx="2697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91840" y="3108960"/>
            <a:ext cx="45720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0" y="3108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智能岗位匹配推荐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91840" y="3703320"/>
            <a:ext cx="2697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91840" y="3703320"/>
            <a:ext cx="45720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0" y="37033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移动端适配 (小程序)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17920" y="1371600"/>
            <a:ext cx="26974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13716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远期 (6-12月)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217920" y="1920240"/>
            <a:ext cx="2697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1920240"/>
            <a:ext cx="4572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0" y="19202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 Agent 协作架构 (多智能体)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17920" y="2514600"/>
            <a:ext cx="2697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17920" y="2514600"/>
            <a:ext cx="4572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0" y="25146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模拟面试与反馈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217920" y="3108960"/>
            <a:ext cx="2697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17920" y="3108960"/>
            <a:ext cx="4572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0" y="3108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企业端 AI 筛选助手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17920" y="3703320"/>
            <a:ext cx="2697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17920" y="3703320"/>
            <a:ext cx="4572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0" y="37033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构建求职知识图谱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365760" y="4114800"/>
            <a:ext cx="8412480" cy="5943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8" name="Text 46"/>
          <p:cNvSpPr/>
          <p:nvPr/>
        </p:nvSpPr>
        <p:spPr>
          <a:xfrm>
            <a:off x="548640" y="41148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愿景：成为求职者最信赖的 AI 求职伙伴，用人均 AI 赋能每位求职者找到理想工作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|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致  谢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657600" y="2103120"/>
            <a:ext cx="182880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46888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感谢各位老师和同学对 EasyApplyResume 项目的关注与支持
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本项目基于 Spring AI 生态，探索了 AI Agent 在求职领域的应用
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从自研 ReAct Agent 到 RAG 增强检索，从多模型适配到工具集成
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这是一次将前沿 AI 技术与实际业务场景结合的有益尝试
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技术栈：</a:t>
            </a:r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3.3.5 · Spring AI · MyBatis-Plus · PostgreSQL/PgVector · Redis · Nacos · Docker
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AI模型：</a:t>
            </a:r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通义千问 (DashScope) · 智谱AI (GLM-4) · 豆包 (OpenAI) · Ollama
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联系方式：shining_cloud2025@163.com
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github.com/shiningCloud2025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4B8A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EasyApplyResume - 易投简历智能平台</dc:title>
  <dc:subject>PptxGenJS Presentation</dc:subject>
  <dc:creator>shiningCloud2025</dc:creator>
  <cp:lastModifiedBy>shiningCloud2025</cp:lastModifiedBy>
  <cp:revision>1</cp:revision>
  <dcterms:created xsi:type="dcterms:W3CDTF">2026-06-06T07:48:32Z</dcterms:created>
  <dcterms:modified xsi:type="dcterms:W3CDTF">2026-06-06T07:48:32Z</dcterms:modified>
</cp:coreProperties>
</file>