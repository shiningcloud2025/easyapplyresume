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01168"/>
          <a:lstStyle/>
          <a:p>
            <a:pPr algn="ctr">
              <a:spcAft>
                <a:spcPts val="1000"/>
              </a:spcAft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TypeScript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01168"/>
          <a:lstStyle/>
          <a:p>
            <a:pPr algn="ctr">
              <a:spcAft>
                <a:spcPts val="1000"/>
              </a:spcAft>
              <a:defRPr sz="16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Spring Boot 3.3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Spring Security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MyBatis-Plus 3.5.7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01168"/>
          <a:lstStyle/>
          <a:p>
            <a:pPr algn="ctr">
              <a:spcAft>
                <a:spcPts val="1000"/>
              </a:spcAft>
              <a:defRPr sz="16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七牛云 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703320"/>
            <a:ext cx="34747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01168"/>
          <a:lstStyle/>
          <a:p>
            <a:pPr algn="ctr">
              <a:spcAft>
                <a:spcPts val="1000"/>
              </a:spcAft>
              <a:defRPr sz="16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Spring AI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0332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703320"/>
            <a:ext cx="34747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01168"/>
          <a:lstStyle/>
          <a:p>
            <a:pPr algn="ctr">
              <a:spcAft>
                <a:spcPts val="1000"/>
              </a:spcAft>
              <a:defRPr sz="16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通义千问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智谱AI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Ollama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豆包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LangChain4j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70332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703320"/>
            <a:ext cx="34747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01168"/>
          <a:lstStyle/>
          <a:p>
            <a:pPr algn="ctr">
              <a:spcAft>
                <a:spcPts val="1000"/>
              </a:spcAft>
              <a:defRPr sz="16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Prometheus + Grafana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Spring Boot Admin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GitHub 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70332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AI 智能体架构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LLM 调用 · 记忆管理 · 基础抽象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思考 → 行动 → 观察循环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工具注册 · Function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核心组件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知识库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PgVector + 云知识库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工具调用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Web搜索 · 终端 · 文件 ·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对话记忆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MySQL 持久化 + 内存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安全过滤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敏感词 · 权限控制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客户端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多协议工具集成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流式输出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SSE 实时对话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智能简历润色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定制化建议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RAG 增强检索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工具调用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流式对话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生态服务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MinIO / 七牛云存储</a:t>
            </a:r>
            <a:br/>
            <a:r>
              <a:t>多行业模板支持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用户管理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简历模板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题库管理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FAQ管理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使用指南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实时访问监控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广告投放管理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服务机器监控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智能数据报表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