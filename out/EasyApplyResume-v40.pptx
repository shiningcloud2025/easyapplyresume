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960120"/>
            <a:ext cx="758952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0" y="1280160"/>
            <a:ext cx="384048" cy="38404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965960"/>
            <a:ext cx="384048" cy="38404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65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2651760"/>
            <a:ext cx="384048" cy="38404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0" y="3337560"/>
            <a:ext cx="384048" cy="38404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37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0" y="4023360"/>
            <a:ext cx="384048" cy="384048"/>
          </a:xfrm>
          <a:prstGeom prst="ellipse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023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470916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709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2743200" y="5394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3949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