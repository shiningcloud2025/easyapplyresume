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9456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25696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9744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指导老师：高一萌老师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开源项目地址：github.com/shiningCloud2025/EasyApplyResume（赵云翰本人开源，非他人开源）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9456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/>
              </a:defRPr>
            </a:pPr>
            <a:r>
              <a:t>指导老师：高一萌老师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rebuchet MS"/>
              </a:defRPr>
            </a:pPr>
            <a:r>
              <a:t>开源项目地址：github.com/shiningCloud2025/EasyApplyResume（赵云翰本人开源，非他人开源）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