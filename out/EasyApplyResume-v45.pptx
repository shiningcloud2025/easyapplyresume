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194560"/>
            <a:ext cx="39620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学号：2206010629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班级：计算22-6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25696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姓名：赵云翰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9744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指导老师：高一萌老师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开源项目地址：github.com/shiningCloud2025/EasyApplyResume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8463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46304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学号：2206010629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班级：计算22-6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姓名：赵云翰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指导老师：高一萌老师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284C7"/>
                </a:solidFill>
                <a:latin typeface="Trebuchet MS"/>
              </a:defRPr>
            </a:pPr>
            <a:r>
              <a:t>开源项目地址：github.com/shiningCloud2025/EasyApplyResume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