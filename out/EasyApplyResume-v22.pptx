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React . Vue . Ant Design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Vite . TypeScript . Axios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Spring Boot 3.3 . Spring Security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MyBatis-Plus 3.5.7 . Nacos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MySQL . PostgreSQL/PgVector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Redis . MinIO . 七牛云 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3429000"/>
            <a:ext cx="34747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Spring AI . ReAct Agent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RAG 检索增强 . Function Calling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42900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429000"/>
            <a:ext cx="34747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通义千问 . 智谱AI . Ollama</a:t>
            </a:r>
          </a:p>
          <a:p>
            <a:pPr>
              <a:lnSpc>
                <a:spcPts val="2000"/>
              </a:lnSpc>
              <a:defRPr sz="1100">
                <a:solidFill>
                  <a:srgbClr val="64748B"/>
                </a:solidFill>
                <a:latin typeface="Calibri"/>
              </a:defRPr>
            </a:pPr>
            <a:r>
              <a:t>豆包 . LangChain4j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