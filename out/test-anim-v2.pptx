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测试页 1 — 点击鼠标看色块逐个出现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2743200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743200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2743200"/>
            <a:ext cx="274320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3</a:t>
            </a:r>
          </a:p>
        </p:txBody>
      </p:sp>
    </p:spTree>
  </p:cSld>
  <p:clrMapOvr>
    <a:masterClrMapping/>
  </p:clrMapOvr>
  <p:transition spd="med">
    <p:fade/>
  </p:transition>
  <p:timing>
    <p:tnLst>
      <p:seq concurrent="0">
        <p:cTn id="49f8568c-9811-41a3-9c51-7c145cc335dc" dur="indefinite">
          <p:stCondLst>
            <p:cond delay="0"/>
          </p:stCondLst>
        </p:cTn>
        <p:childTnLst>
          <p:par>
            <p:cBhvr rctx="alpha">
              <p:tgtEl>
                <p:spTgt spid="3"/>
              </p:tgtEl>
            </p:cBhvr>
            <p:anim calcmode="lin" valueType="num">
              <p:tavLst>
                <p:tav fmla="1"/>
              </p:tavLst>
              <p:cBhvr>
                <p:cTn id="d31cc78e-8806-41f6-9b03-50a227267c07" dur="500"/>
              </p:cBhvr>
            </p:anim>
          </p:par>
          <p:par>
            <p:cBhvr rctx="alpha">
              <p:tgtEl>
                <p:spTgt spid="4"/>
              </p:tgtEl>
            </p:cBhvr>
            <p:anim calcmode="lin" valueType="num">
              <p:tavLst>
                <p:tav fmla="1"/>
              </p:tavLst>
              <p:cBhvr>
                <p:cTn id="c60603da-28cc-4827-b972-c67ca0032a67" dur="500"/>
              </p:cBhvr>
            </p:anim>
          </p:par>
          <p:par>
            <p:cBhvr rctx="alpha">
              <p:tgtEl>
                <p:spTgt spid="5"/>
              </p:tgtEl>
            </p:cBhvr>
            <p:anim calcmode="lin" valueType="num">
              <p:tavLst>
                <p:tav fmla="1"/>
              </p:tavLst>
              <p:cBhvr>
                <p:cTn id="3a7ad567-0061-403f-a133-81a66f87c011" dur="500"/>
              </p:cBhvr>
            </p:anim>
          </p:par>
        </p:childTnLst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测试页 2 — 色块从左侧飞入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2743200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743200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2743200"/>
            <a:ext cx="274320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3</a:t>
            </a:r>
          </a:p>
        </p:txBody>
      </p:sp>
    </p:spTree>
  </p:cSld>
  <p:clrMapOvr>
    <a:masterClrMapping/>
  </p:clrMapOvr>
  <p:transition spd="med">
    <p:fade/>
  </p:transition>
  <p:timing>
    <p:tnLst>
      <p:seq concurrent="0">
        <p:cTn id="abf8e719-8e17-4d00-a2f8-a44ee76b9e97" dur="indefinite">
          <p:stCondLst>
            <p:cond delay="0"/>
          </p:stCondLst>
        </p:cTn>
        <p:childTnLst>
          <p:par>
            <p:cBhvr rctx="alpha">
              <p:tgtEl>
                <p:spTgt spid="3"/>
              </p:tgtEl>
            </p:cBhvr>
            <p:anim calcmode="lin" valueType="num">
              <p:tavLst>
                <p:tav fmla="1"/>
              </p:tavLst>
              <p:cBhvr>
                <p:cTn id="6e0cc659-61b7-4579-90b5-32e6d72b3c48" dur="500"/>
              </p:cBhvr>
            </p:anim>
          </p:par>
          <p:par>
            <p:cBhvr rctx="alpha">
              <p:tgtEl>
                <p:spTgt spid="4"/>
              </p:tgtEl>
            </p:cBhvr>
            <p:anim calcmode="lin" valueType="num">
              <p:tavLst>
                <p:tav fmla="1"/>
              </p:tavLst>
              <p:cBhvr>
                <p:cTn id="a804ddf3-46b3-4070-9ba9-b147629b1a68" dur="500"/>
              </p:cBhvr>
            </p:anim>
          </p:par>
          <p:par>
            <p:cBhvr rctx="alpha">
              <p:tgtEl>
                <p:spTgt spid="5"/>
              </p:tgtEl>
            </p:cBhvr>
            <p:anim calcmode="lin" valueType="num">
              <p:tavLst>
                <p:tav fmla="1"/>
              </p:tavLst>
              <p:cBhvr>
                <p:cTn id="9f72fac4-c054-4c78-8e8e-1f183a3e416f" dur="500"/>
              </p:cBhvr>
            </p:anim>
          </p:par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