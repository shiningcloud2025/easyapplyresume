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AI-Driven Smart Job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Spring Boot . Spring AI . MyBatis-Plus . Redis . PostgreSQL . React . Docker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Problem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2194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Resume Inefficient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Mass templates hard to choose</a:t>
            </a:r>
            <a:br/>
            <a:r>
              <a:t>Manual formatting time-consuming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097280"/>
            <a:ext cx="54864" cy="219456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Info Asymmetry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1874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Unfamiliar with enterprise needs</a:t>
            </a:r>
            <a:br/>
            <a:r>
              <a:t>Low JD-resume match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4864" cy="2194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Operation Burden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Mass data manual management</a:t>
            </a:r>
            <a:br/>
            <a:r>
              <a:t>Lack of intelligent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03320"/>
            <a:ext cx="54864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Lack Personalization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480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Generic not industry-fit</a:t>
            </a:r>
            <a:br/>
            <a:r>
              <a:t>Missing AI optimization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Foundation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Boot 3.3.5 + Java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Security Dual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MyBatis-Plus 3.5.7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Nacos Config Center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39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AI Multi-Model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39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ReAct 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39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RAG Retrieval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39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DashScope / Zhipu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MySQL + PgVector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Redis Cache &amp; Messaging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MinIO / Qiniu OSS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Docker Deployment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Agent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1097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LLM Call . Memory .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54864" cy="10972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Think -&gt; Act -&gt; 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54864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Tool Registry . Function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Core Components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691640"/>
            <a:ext cx="54864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PgVector + Cloud KB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441448"/>
            <a:ext cx="54864" cy="6400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4871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Tool Calling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88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Web Search . Terminal . 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191256"/>
            <a:ext cx="54864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2369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Chat 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5387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MySQL Persist + InMemory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941064"/>
            <a:ext cx="54864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9867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2885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Sensitive Words . Auth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690872"/>
            <a:ext cx="54864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736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Client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383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Multi-Protocol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5440679"/>
            <a:ext cx="54864" cy="6400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48639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SSE Stream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78815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Real-Time Response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C-End . Resume AI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Smart Polish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AI analyzes &amp; optimizes</a:t>
            </a:r>
            <a:br/>
            <a:r>
              <a:t>Auto adjust wording &amp; layout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09728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F"/>
                </a:solidFill>
                <a:latin typeface="Trebuchet MS"/>
              </a:defRPr>
            </a:pPr>
            <a:r>
              <a:t>Custom Advice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Target JD-based</a:t>
            </a:r>
            <a:br/>
            <a:r>
              <a:t>Specific modification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Trebuchet MS"/>
              </a:defRPr>
            </a:pPr>
            <a:r>
              <a:t>RAG Enhanced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Vector DB matching</a:t>
            </a:r>
            <a:br/>
            <a:r>
              <a:t>Precise industry knowledge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34747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Trebuchet MS"/>
              </a:defRPr>
            </a:pPr>
            <a:r>
              <a:t>Tool Calling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Web Search . PDF . Email .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70332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Stream Chat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SSE real-time response</a:t>
            </a:r>
            <a:br/>
            <a:r>
              <a:t>Typewriter effect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0332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F"/>
                </a:solidFill>
                <a:latin typeface="Trebuchet MS"/>
              </a:defRPr>
            </a:pPr>
            <a:r>
              <a:t>Eco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MinIO/Qiniu storage</a:t>
            </a:r>
            <a:br/>
            <a:r>
              <a:t>Multi-industry templates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B-End . System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43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User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Register/Login . Permission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75688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Resume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Template CRUD . Enable/Disable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99816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Written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11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Question CRUD . Category . Level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23944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153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FAQ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354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Question maintenance .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148072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395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User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595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Manual editing . Rich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Smart Data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Operation Suggestions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Anomaly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Smart Q&amp;A Assistant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Content Auto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Batch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Log Diagnosis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D-End . Data &amp;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3035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Real-time 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DAU/Total PV tracking</a:t>
            </a:r>
            <a:br/>
            <a:r>
              <a:t>Multi-dim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097280"/>
            <a:ext cx="53035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F"/>
                </a:solidFill>
                <a:latin typeface="Trebuchet MS"/>
              </a:defRPr>
            </a:pPr>
            <a:r>
              <a:t>Ad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Ad scheduling &amp; control</a:t>
            </a:r>
            <a:br/>
            <a:r>
              <a:t>Performance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49039"/>
            <a:ext cx="53035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Trebuchet MS"/>
              </a:defRPr>
            </a:pPr>
            <a:r>
              <a:t>Server 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SSH remote management</a:t>
            </a:r>
            <a:br/>
            <a:r>
              <a:t>Health check &amp; alert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49039"/>
            <a:ext cx="53035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977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Trebuchet MS"/>
              </a:defRPr>
            </a:pPr>
            <a:r>
              <a:t>Smart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6634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Prometheus metrics</a:t>
            </a:r>
            <a:br/>
            <a:r>
              <a:t>Grafana dashboard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Future Prospects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Short-term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Improve multi-Agent</a:t>
            </a:r>
            <a:br/>
            <a:r>
              <a:t>Optimize RAG effect</a:t>
            </a:r>
            <a:br/>
            <a:r>
              <a:t>Expand template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Mid-term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Mobile app launch</a:t>
            </a:r>
            <a:br/>
            <a:r>
              <a:t>More LLM integration</a:t>
            </a:r>
            <a:br/>
            <a:r>
              <a:t>Open API ecosystem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18872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Long-term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Full-chain AI job platform</a:t>
            </a:r>
            <a:br/>
            <a:r>
              <a:t>From resume to onboarding</a:t>
            </a:r>
            <a:br/>
            <a:r>
              <a:t>Intelligent closed 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Let everyone find their ideal job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-- AI-powered Smart Job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. Spring AI . MyBatis-Plus . Redis . PostgreSQL . React .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2026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