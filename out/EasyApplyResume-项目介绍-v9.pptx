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0"/>
            <a:ext cx="54864" cy="2286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EasyApplyResume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284C7"/>
                </a:solidFill>
                <a:latin typeface="Trebuchet MS"/>
              </a:defRPr>
            </a:pPr>
            <a:r>
              <a:t>AI 驱动的智能求职与管理平台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840480"/>
            <a:ext cx="4572000" cy="18288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Spring Boot . Spring AI . MyBatis-Plus . Redis . PostgreSQL . React . Docker</a:t>
            </a:r>
          </a:p>
        </p:txBody>
      </p:sp>
    </p:spTree>
  </p:cSld>
  <p:transition spd="med">
    <p:fade/>
  </p:transition>
  <p:timing>
    <p:tnLst>
      <p:seq concurrent="0">
        <p:cTn id="1d37acd1-6f56-43f7-a940-94ffa062c1a0" dur="indefinite">
          <p:stCondLst>
            <p:cond delay="0"/>
          </p:stCondLst>
        </p:cTn>
        <p:childTnLst>
          <p:par>
            <p:cTn id="8ea83f64-621e-4c9e-8567-c373343cfb01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7bf34df6-44bd-4d3a-baea-e5719cf23f65" dur="500"/>
                  <p:tgtEl>
                    <p:spTgt spid="2"/>
                  </p:tgtEl>
                </p:cBhvr>
              </p:animEffect>
            </p:childTnLst>
          </p:par>
          <p:par>
            <p:cTn id="f0c7ee4d-770e-45b3-b982-7aa2852bc4ee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2898753c-f02c-4696-a31f-6b562b7a8785" dur="500"/>
                  <p:tgtEl>
                    <p:spTgt spid="3"/>
                  </p:tgtEl>
                </p:cBhvr>
              </p:animEffect>
            </p:childTnLst>
          </p:par>
          <p:par>
            <p:cTn id="f0492982-11cf-4078-af25-dda2f2b3edf3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6979666a-b34b-40c4-a6ee-0b20638d972a" dur="500"/>
                  <p:tgtEl>
                    <p:spTgt spid="4"/>
                  </p:tgtEl>
                </p:cBhvr>
              </p:animEffect>
            </p:childTnLst>
          </p:par>
          <p:par>
            <p:cTn id="001bb930-2bfd-48bc-b51c-0d3c310bf87c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2f6eba06-5fd1-469a-992b-70889189623a" dur="500"/>
                  <p:tgtEl>
                    <p:spTgt spid="5"/>
                  </p:tgtEl>
                </p:cBhvr>
              </p:animEffect>
            </p:childTnLst>
          </p:par>
          <p:par>
            <p:cTn id="1e77b2af-f1fa-4369-b474-19e45d4fe95d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10a6ef03-6aaf-41e9-b519-db610ae67022" dur="500"/>
                  <p:tgtEl>
                    <p:spTgt spid="6"/>
                  </p:tgtEl>
                </p:cBhvr>
              </p:animEffect>
            </p:childTnLst>
          </p:par>
        </p:childTnLst>
      </p:seq>
    </p:tnLst>
  </p:timing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Problem Background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2/9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3035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54864" cy="21945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Resume Making Inefficient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7452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Mass templates hard to choose</a:t>
            </a:r>
            <a:br/>
            <a:r>
              <a:t>Manual formatting time-consuming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097280"/>
            <a:ext cx="53035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1097280"/>
            <a:ext cx="54864" cy="219456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79" y="12801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Info Asymmetry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187452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Unfamiliar with enterprise needs</a:t>
            </a:r>
            <a:br/>
            <a:r>
              <a:t>Low JD-resume match 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03320"/>
            <a:ext cx="53035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703320"/>
            <a:ext cx="54864" cy="21945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886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A580C"/>
                </a:solidFill>
                <a:latin typeface="Trebuchet MS"/>
              </a:defRPr>
            </a:pPr>
            <a:r>
              <a:t>High Operation Burden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8056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Mass data manual management</a:t>
            </a:r>
            <a:br/>
            <a:r>
              <a:t>Lack of intelligent tools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703320"/>
            <a:ext cx="53035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3703320"/>
            <a:ext cx="54864" cy="2194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79" y="3886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Trebuchet MS"/>
              </a:defRPr>
            </a:pPr>
            <a:r>
              <a:t>Lack Personalization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79" y="448056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Generic templates not industry-fit</a:t>
            </a:r>
            <a:br/>
            <a:r>
              <a:t>Missing AI optimization</a:t>
            </a:r>
          </a:p>
        </p:txBody>
      </p:sp>
    </p:spTree>
  </p:cSld>
  <p:transition spd="med">
    <p:push dir="l"/>
  </p:transition>
  <p:timing>
    <p:tnLst>
      <p:seq concurrent="0">
        <p:cTn id="d8e456fa-40b3-426d-8b19-ff290f959f83" dur="indefinite">
          <p:stCondLst>
            <p:cond delay="0"/>
          </p:stCondLst>
        </p:cTn>
        <p:childTnLst>
          <p:par>
            <p:cTn id="1971f483-05f5-4c8d-9ea6-65277232781f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ff846834-cafa-4bbb-9691-9262f7a8bb54" dur="500"/>
                  <p:tgtEl>
                    <p:spTgt spid="2"/>
                  </p:tgtEl>
                </p:cBhvr>
              </p:animEffect>
            </p:childTnLst>
          </p:par>
          <p:par>
            <p:cTn id="bc2a4a1d-efc9-4c7c-a9d8-8cd2ba090b87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2b32f2ac-5ad8-4178-89c9-554e38054aa1" dur="500"/>
                  <p:tgtEl>
                    <p:spTgt spid="3"/>
                  </p:tgtEl>
                </p:cBhvr>
              </p:animEffect>
            </p:childTnLst>
          </p:par>
          <p:par>
            <p:cTn id="142c1394-fa32-43aa-a546-9bb200fa3915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2c40fd32-cc71-4f48-8483-3b5d672265a7" dur="500"/>
                  <p:tgtEl>
                    <p:spTgt spid="4"/>
                  </p:tgtEl>
                </p:cBhvr>
              </p:animEffect>
            </p:childTnLst>
          </p:par>
          <p:par>
            <p:cTn id="72306efa-93a7-4390-85e8-8e9a1a2516e3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e360589a-540c-4d23-b069-342af5b0d3c8" dur="500"/>
                  <p:tgtEl>
                    <p:spTgt spid="5"/>
                  </p:tgtEl>
                </p:cBhvr>
              </p:animEffect>
            </p:childTnLst>
          </p:par>
          <p:par>
            <p:cTn id="42afaae6-d8d2-4ce6-99e4-cba4e4cce278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a8e1ffdb-ad41-4de4-aed4-dd4edc655b7d" dur="500"/>
                  <p:tgtEl>
                    <p:spTgt spid="6"/>
                  </p:tgtEl>
                </p:cBhvr>
              </p:animEffect>
            </p:childTnLst>
          </p:par>
          <p:par>
            <p:cTn id="e8911753-272c-4a7a-8008-79f0271bead5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88cdcf0c-a96c-4060-8a1a-66453e80ba86" dur="500"/>
                  <p:tgtEl>
                    <p:spTgt spid="7"/>
                  </p:tgtEl>
                </p:cBhvr>
              </p:animEffect>
            </p:childTnLst>
          </p:par>
          <p:par>
            <p:cTn id="024769a5-c505-42d1-b9b8-4783b5d70c04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8097b293-27bb-41ae-9023-c98405ad2335" dur="500"/>
                  <p:tgtEl>
                    <p:spTgt spid="8"/>
                  </p:tgtEl>
                </p:cBhvr>
              </p:animEffect>
            </p:childTnLst>
          </p:par>
          <p:par>
            <p:cTn id="96c5267f-bdf2-4725-b7cf-6b2de6186039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38793aa5-0a6f-40aa-80d4-f5ce0d816a11" dur="500"/>
                  <p:tgtEl>
                    <p:spTgt spid="9"/>
                  </p:tgtEl>
                </p:cBhvr>
              </p:animEffect>
            </p:childTnLst>
          </p:par>
          <p:par>
            <p:cTn id="d4a4f8f5-ccdd-4c48-b994-358d2b2e1366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b5a1bfbd-8930-4db8-8796-884c9168b710" dur="500"/>
                  <p:tgtEl>
                    <p:spTgt spid="10"/>
                  </p:tgtEl>
                </p:cBhvr>
              </p:animEffect>
            </p:childTnLst>
          </p:par>
          <p:par>
            <p:cTn id="ea34b301-9da7-4154-83fc-ffb79135ff22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6b5f4e39-2255-4641-b88d-652d81548271" dur="500"/>
                  <p:tgtEl>
                    <p:spTgt spid="11"/>
                  </p:tgtEl>
                </p:cBhvr>
              </p:animEffect>
            </p:childTnLst>
          </p:par>
          <p:par>
            <p:cTn id="aac1dc99-b2d2-4df8-932c-b74e23b33051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6ed92849-4282-4f78-8672-748b9ec6249c" dur="500"/>
                  <p:tgtEl>
                    <p:spTgt spid="12"/>
                  </p:tgtEl>
                </p:cBhvr>
              </p:animEffect>
            </p:childTnLst>
          </p:par>
          <p:par>
            <p:cTn id="fd58f748-270e-4728-8846-a4d75f090864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6814b044-8535-4c0d-8bd3-aed1cce6d5f0" dur="500"/>
                  <p:tgtEl>
                    <p:spTgt spid="13"/>
                  </p:tgtEl>
                </p:cBhvr>
              </p:animEffect>
            </p:childTnLst>
          </p:par>
          <p:par>
            <p:cTn id="bed23a08-1df8-4ca8-8d2c-86fecff8c0f0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d457f9c4-f95b-4926-93eb-5469a9a30069" dur="500"/>
                  <p:tgtEl>
                    <p:spTgt spid="14"/>
                  </p:tgtEl>
                </p:cBhvr>
              </p:animEffect>
            </p:childTnLst>
          </p:par>
          <p:par>
            <p:cTn id="7b1586db-ea95-42f7-b8bc-53976fb3b5e2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cc9b034b-9c5f-4008-9754-80f2f53d72b6" dur="500"/>
                  <p:tgtEl>
                    <p:spTgt spid="15"/>
                  </p:tgtEl>
                </p:cBhvr>
              </p:animEffect>
            </p:childTnLst>
          </p:par>
          <p:par>
            <p:cTn id="54a1d98f-1572-4b3c-b5ca-953cced95f59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a2c22d9b-ee39-4fb7-8f45-f4e02c993ed6" dur="500"/>
                  <p:tgtEl>
                    <p:spTgt spid="16"/>
                  </p:tgtEl>
                </p:cBhvr>
              </p:animEffect>
            </p:childTnLst>
          </p:par>
          <p:par>
            <p:cTn id="e2ee9f93-4840-4247-8ddb-7032010610bb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0cba483e-3ce6-4f76-8bce-b955e418c741" dur="500"/>
                  <p:tgtEl>
                    <p:spTgt spid="17"/>
                  </p:tgtEl>
                </p:cBhvr>
              </p:animEffect>
            </p:childTnLst>
          </p:par>
          <p:par>
            <p:cTn id="0dd8fb65-eddd-4650-9580-1585a397ef80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37945baf-b660-47c2-bb70-23663dbb7414" dur="500"/>
                  <p:tgtEl>
                    <p:spTgt spid="18"/>
                  </p:tgtEl>
                </p:cBhvr>
              </p:animEffect>
            </p:childTnLst>
          </p:par>
          <p:par>
            <p:cTn id="e2067969-748b-47ea-b0f1-d9c4008f256b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a726e3e4-ad6d-4585-a163-2ae6609dfa7f" dur="500"/>
                  <p:tgtEl>
                    <p:spTgt spid="19"/>
                  </p:tgtEl>
                </p:cBhvr>
              </p:animEffect>
            </p:childTnLst>
          </p:par>
          <p:par>
            <p:cTn id="76e24049-b801-4f91-89dd-d4675dae3816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17c1edf2-84a5-4598-8950-f6200241d847" dur="500"/>
                  <p:tgtEl>
                    <p:spTgt spid="20"/>
                  </p:tgtEl>
                </p:cBhvr>
              </p:animEffect>
            </p:childTnLst>
          </p:par>
          <p:par>
            <p:cTn id="a20828da-6713-4c0d-85de-0c166f480d27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ae04fd5e-5eee-4fb9-baae-1241f9097738" dur="500"/>
                  <p:tgtEl>
                    <p:spTgt spid="21"/>
                  </p:tgtEl>
                </p:cBhvr>
              </p:animEffect>
            </p:childTnLst>
          </p:par>
        </p:childTnLst>
      </p:seq>
    </p:tnLst>
  </p:timing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Tech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3/9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3474720" cy="457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Foundation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019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Spring Boot 3.3.5 + Java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3172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048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Spring Security Dual Chain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83464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9077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MyBatis-Plus 3.5.7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3756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107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Nacos Config Center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79" y="1097280"/>
            <a:ext cx="3474720" cy="45720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19" y="1097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AI &amp; LLM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79" y="182880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39" y="19019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Spring AI Multi-Model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79" y="233172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39" y="24048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ReAct Agent Architecture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79" y="283464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39" y="29077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RAG Retrieval Augmented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79" y="333756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39" y="34107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DashScope / Zhipu / Ollama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19" y="1097280"/>
            <a:ext cx="3474720" cy="457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59" y="1097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Data &amp; Storage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19" y="182880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79" y="19019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MySQL + PostgreSQL / PgVector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19" y="233172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79" y="24048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Redis Cache &amp; Messaging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19" y="283464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83879" y="29077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MinIO / Qiniu OSS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19" y="333756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83879" y="34107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Docker Deployment</a:t>
            </a:r>
          </a:p>
        </p:txBody>
      </p:sp>
    </p:spTree>
  </p:cSld>
  <p:transition spd="med">
    <p:cover dir="r"/>
  </p:transition>
  <p:timing>
    <p:tnLst>
      <p:seq concurrent="0">
        <p:cTn id="0642112d-f900-4ed8-98dd-29dd58bd00ff" dur="indefinite">
          <p:stCondLst>
            <p:cond delay="0"/>
          </p:stCondLst>
        </p:cTn>
        <p:childTnLst>
          <p:par>
            <p:cTn id="26194afb-40b1-42dd-afe1-79a9820e41ec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d42b9a49-0dc2-4ffb-9a0c-25821cb0208e" dur="500"/>
                  <p:tgtEl>
                    <p:spTgt spid="2"/>
                  </p:tgtEl>
                </p:cBhvr>
              </p:animEffect>
            </p:childTnLst>
          </p:par>
          <p:par>
            <p:cTn id="935add13-ab1f-4821-91fc-52ad94eff98f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e056bead-211f-4bc0-8f26-8348c1dd914e" dur="500"/>
                  <p:tgtEl>
                    <p:spTgt spid="3"/>
                  </p:tgtEl>
                </p:cBhvr>
              </p:animEffect>
            </p:childTnLst>
          </p:par>
          <p:par>
            <p:cTn id="5332f3ad-d3fb-404d-892c-80e92d331fc5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8b859d8b-b7a7-4e9f-92ca-66b55c10a0c6" dur="500"/>
                  <p:tgtEl>
                    <p:spTgt spid="4"/>
                  </p:tgtEl>
                </p:cBhvr>
              </p:animEffect>
            </p:childTnLst>
          </p:par>
          <p:par>
            <p:cTn id="5783eb7c-c0d8-49b6-9f9d-4a7c2cff1b6a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17d4bdb1-d308-4a53-b9a9-75a0e7a43709" dur="500"/>
                  <p:tgtEl>
                    <p:spTgt spid="5"/>
                  </p:tgtEl>
                </p:cBhvr>
              </p:animEffect>
            </p:childTnLst>
          </p:par>
          <p:par>
            <p:cTn id="0b446c9b-d23c-448a-b3e2-7569ca17a6b3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03f68be8-7611-4cbb-bbfb-78fbe711b80a" dur="500"/>
                  <p:tgtEl>
                    <p:spTgt spid="6"/>
                  </p:tgtEl>
                </p:cBhvr>
              </p:animEffect>
            </p:childTnLst>
          </p:par>
          <p:par>
            <p:cTn id="ae50516c-346d-4d1f-804a-d4abe6be6643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0699fb0f-6d58-40f2-80d3-d902e982eaf8" dur="500"/>
                  <p:tgtEl>
                    <p:spTgt spid="7"/>
                  </p:tgtEl>
                </p:cBhvr>
              </p:animEffect>
            </p:childTnLst>
          </p:par>
          <p:par>
            <p:cTn id="44f3175f-17a1-4128-abb5-4d08fada1257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7b812b3e-14d7-436f-9d9b-1902a862b546" dur="500"/>
                  <p:tgtEl>
                    <p:spTgt spid="8"/>
                  </p:tgtEl>
                </p:cBhvr>
              </p:animEffect>
            </p:childTnLst>
          </p:par>
          <p:par>
            <p:cTn id="addcd457-bf21-4900-a410-db4f3a7e0ca2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de0f63d4-e3e2-4cdf-ac21-e380810a2829" dur="500"/>
                  <p:tgtEl>
                    <p:spTgt spid="9"/>
                  </p:tgtEl>
                </p:cBhvr>
              </p:animEffect>
            </p:childTnLst>
          </p:par>
          <p:par>
            <p:cTn id="706a2cd1-9ca8-4ed0-b47b-c05914a23b5b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fcd04130-e754-44a6-86f0-18e936dc72af" dur="500"/>
                  <p:tgtEl>
                    <p:spTgt spid="10"/>
                  </p:tgtEl>
                </p:cBhvr>
              </p:animEffect>
            </p:childTnLst>
          </p:par>
          <p:par>
            <p:cTn id="b8170d14-3828-4ed1-b0c9-bd0282b47489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37595900-ac68-4ffa-88c8-4c2f87d35a02" dur="500"/>
                  <p:tgtEl>
                    <p:spTgt spid="11"/>
                  </p:tgtEl>
                </p:cBhvr>
              </p:animEffect>
            </p:childTnLst>
          </p:par>
          <p:par>
            <p:cTn id="481d16bf-23d4-4848-8f8d-cb1b4ff475b0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2493f754-0fd9-49df-a810-0c7b51728eee" dur="500"/>
                  <p:tgtEl>
                    <p:spTgt spid="12"/>
                  </p:tgtEl>
                </p:cBhvr>
              </p:animEffect>
            </p:childTnLst>
          </p:par>
          <p:par>
            <p:cTn id="5345955a-8e05-455b-8e94-66cf45a4a0e0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86253b1c-5526-4c4e-bec2-9e152851e564" dur="500"/>
                  <p:tgtEl>
                    <p:spTgt spid="13"/>
                  </p:tgtEl>
                </p:cBhvr>
              </p:animEffect>
            </p:childTnLst>
          </p:par>
          <p:par>
            <p:cTn id="cea331a2-477e-4b43-9345-b60ab09a7045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330bc8d3-636f-48b7-aef7-2174c8d0efc8" dur="500"/>
                  <p:tgtEl>
                    <p:spTgt spid="14"/>
                  </p:tgtEl>
                </p:cBhvr>
              </p:animEffect>
            </p:childTnLst>
          </p:par>
          <p:par>
            <p:cTn id="ecac6a33-1c01-4679-94ce-89bce2613f3f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33a33884-9bdb-423a-b026-17fd7f9066da" dur="500"/>
                  <p:tgtEl>
                    <p:spTgt spid="15"/>
                  </p:tgtEl>
                </p:cBhvr>
              </p:animEffect>
            </p:childTnLst>
          </p:par>
          <p:par>
            <p:cTn id="fa6b7b01-5fdb-4d3b-a750-842ec3e24f0a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7450cfcf-014d-46fe-8f45-44039e4300f4" dur="500"/>
                  <p:tgtEl>
                    <p:spTgt spid="16"/>
                  </p:tgtEl>
                </p:cBhvr>
              </p:animEffect>
            </p:childTnLst>
          </p:par>
          <p:par>
            <p:cTn id="1abc5595-42dd-42e6-b0e0-9692aa66524e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78cb1cf5-3326-495f-91b9-81ce6f998e75" dur="500"/>
                  <p:tgtEl>
                    <p:spTgt spid="17"/>
                  </p:tgtEl>
                </p:cBhvr>
              </p:animEffect>
            </p:childTnLst>
          </p:par>
          <p:par>
            <p:cTn id="68af0f67-289c-4f8a-8d29-c68acf934a2a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5087f4cf-b173-41f9-a2ee-ee72b9c657c4" dur="500"/>
                  <p:tgtEl>
                    <p:spTgt spid="18"/>
                  </p:tgtEl>
                </p:cBhvr>
              </p:animEffect>
            </p:childTnLst>
          </p:par>
          <p:par>
            <p:cTn id="855578b8-7cfe-4f6a-aad6-382b2454fd9a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25cd8ab0-8359-492b-9711-9d01575db6d3" dur="500"/>
                  <p:tgtEl>
                    <p:spTgt spid="19"/>
                  </p:tgtEl>
                </p:cBhvr>
              </p:animEffect>
            </p:childTnLst>
          </p:par>
          <p:par>
            <p:cTn id="57b42b79-1527-4e22-b2a1-b258f96cdc9e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fa9cd940-32cb-424b-b514-77dc26f405d2" dur="500"/>
                  <p:tgtEl>
                    <p:spTgt spid="20"/>
                  </p:tgtEl>
                </p:cBhvr>
              </p:animEffect>
            </p:childTnLst>
          </p:par>
          <p:par>
            <p:cTn id="1e13dc14-7d4b-481e-9491-ae1474a4dfa5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dfd2b80c-b813-48a5-bd15-dd44efb0b548" dur="500"/>
                  <p:tgtEl>
                    <p:spTgt spid="21"/>
                  </p:tgtEl>
                </p:cBhvr>
              </p:animEffect>
            </p:childTnLst>
          </p:par>
          <p:par>
            <p:cTn id="ec12d70e-067a-4f76-9146-dd6e1bacc734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173f137d-2d7f-41da-9953-262b271120c3" dur="500"/>
                  <p:tgtEl>
                    <p:spTgt spid="22"/>
                  </p:tgtEl>
                </p:cBhvr>
              </p:animEffect>
            </p:childTnLst>
          </p:par>
          <p:par>
            <p:cTn id="9b8f0f46-4d03-4641-934b-a6fb71f686a2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c2ece2f9-f37f-4655-a950-040e5b806e37" dur="500"/>
                  <p:tgtEl>
                    <p:spTgt spid="23"/>
                  </p:tgtEl>
                </p:cBhvr>
              </p:animEffect>
            </p:childTnLst>
          </p:par>
          <p:par>
            <p:cTn id="dc61f20d-a6d3-409e-9472-9eed91fa6b1d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cd60b418-83e7-4ef7-b73d-362aeafb7255" dur="500"/>
                  <p:tgtEl>
                    <p:spTgt spid="24"/>
                  </p:tgtEl>
                </p:cBhvr>
              </p:animEffect>
            </p:childTnLst>
          </p:par>
          <p:par>
            <p:cTn id="a906bb89-9154-41ae-abe0-d7d999cdbc37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f04cd6a2-7ea3-4b18-8fca-f37212d1ece1" dur="500"/>
                  <p:tgtEl>
                    <p:spTgt spid="25"/>
                  </p:tgtEl>
                </p:cBhvr>
              </p:animEffect>
            </p:childTnLst>
          </p:par>
          <p:par>
            <p:cTn id="f6fe3c85-5f96-4f5e-8811-6d149bc95f91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1d3763b2-da42-47e3-ba8e-a2f32b8c0b58" dur="500"/>
                  <p:tgtEl>
                    <p:spTgt spid="26"/>
                  </p:tgtEl>
                </p:cBhvr>
              </p:animEffect>
            </p:childTnLst>
          </p:par>
          <p:par>
            <p:cTn id="64f0ad69-8d53-4e21-97b7-23942c3d3619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edc3ae2d-4f3d-4b47-9c63-c885875df3b1" dur="500"/>
                  <p:tgtEl>
                    <p:spTgt spid="27"/>
                  </p:tgtEl>
                </p:cBhvr>
              </p:animEffect>
            </p:childTnLst>
          </p:par>
          <p:par>
            <p:cTn id="44efee3b-97d2-48d6-b7e1-3ffd168d70d2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71186189-7df6-436d-96ff-f154051ce92e" dur="500"/>
                  <p:tgtEl>
                    <p:spTgt spid="28"/>
                  </p:tgtEl>
                </p:cBhvr>
              </p:animEffect>
            </p:childTnLst>
          </p:par>
          <p:par>
            <p:cTn id="73205598-a1de-4e76-85f1-f5360ff7a164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724c3eef-744a-4a5a-b2f4-fbe47be9ce6f" dur="500"/>
                  <p:tgtEl>
                    <p:spTgt spid="29"/>
                  </p:tgtEl>
                </p:cBhvr>
              </p:animEffect>
            </p:childTnLst>
          </p:par>
          <p:par>
            <p:cTn id="0f31a911-09ac-460f-b38b-364f58a37710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336943ea-a3e8-468c-939c-dffb9893535c" dur="500"/>
                  <p:tgtEl>
                    <p:spTgt spid="30"/>
                  </p:tgtEl>
                </p:cBhvr>
              </p:animEffect>
            </p:childTnLst>
          </p:par>
          <p:par>
            <p:cTn id="568d87ed-ffb2-4923-8b86-893cbbb8dd11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daa9729f-3b86-4e17-9b63-9d3ad0505b04" dur="500"/>
                  <p:tgtEl>
                    <p:spTgt spid="31"/>
                  </p:tgtEl>
                </p:cBhvr>
              </p:animEffect>
            </p:childTnLst>
          </p:par>
          <p:par>
            <p:cTn id="f919118f-5e07-43f0-aaf7-d0992d40b542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179abf75-a662-4ff3-8e46-91600829a716" dur="500"/>
                  <p:tgtEl>
                    <p:spTgt spid="32"/>
                  </p:tgtEl>
                </p:cBhvr>
              </p:animEffect>
            </p:childTnLst>
          </p:par>
          <p:par>
            <p:cTn id="93262fcf-c525-4cec-a3b5-51bc31aff6a3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ba3ad9f7-8d1e-4086-9747-ec00b4f1fa3c" dur="500"/>
                  <p:tgtEl>
                    <p:spTgt spid="33"/>
                  </p:tgtEl>
                </p:cBhvr>
              </p:animEffect>
            </p:childTnLst>
          </p:par>
          <p:par>
            <p:cTn id="042a86f4-691c-4fb4-96d9-119d1b50c0ee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29eb55e2-2b5f-4df8-8aec-61558d5be8c1" dur="500"/>
                  <p:tgtEl>
                    <p:spTgt spid="34"/>
                  </p:tgtEl>
                </p:cBhvr>
              </p:animEffect>
            </p:childTnLst>
          </p:par>
          <p:par>
            <p:cTn id="e0ecd05f-e4d1-4adc-ab82-1f976c63caf5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8fd6853e-7ef6-4f37-8245-4de4745a451a" dur="500"/>
                  <p:tgtEl>
                    <p:spTgt spid="35"/>
                  </p:tgtEl>
                </p:cBhvr>
              </p:animEffect>
            </p:childTnLst>
          </p:par>
        </p:childTnLst>
      </p:seq>
    </p:tnLst>
  </p:timing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AI Agent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4/9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54864" cy="10972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234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BaseAgent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LLM Call . Memory . Base Abstraction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148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688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468880"/>
            <a:ext cx="54864" cy="109728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606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48F"/>
                </a:solidFill>
                <a:latin typeface="Trebuchet MS"/>
              </a:defRPr>
            </a:pPr>
            <a:r>
              <a:t>ReActAgent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17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Think -&gt; Act -&gt; Observe Cycle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520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404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840480"/>
            <a:ext cx="54864" cy="10972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77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A580C"/>
                </a:solidFill>
                <a:latin typeface="Trebuchet MS"/>
              </a:defRPr>
            </a:pPr>
            <a:r>
              <a:t>ToolCallAgent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Tool Registry . Function Calling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Trebuchet MS"/>
              </a:defRPr>
            </a:pPr>
            <a:r>
              <a:t>Core Components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691640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691640"/>
            <a:ext cx="54864" cy="6400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17373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RAG Knowledge 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03911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PgVector + Cloud KB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441448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2441448"/>
            <a:ext cx="54864" cy="64008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248716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Tool Calling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7889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Web Search . Terminal . File . PDF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191256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3191256"/>
            <a:ext cx="54864" cy="6400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323697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Chat Memory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53872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MySQL Persist + In-Memory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3941064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3941064"/>
            <a:ext cx="54864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398678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Trebuchet MS"/>
              </a:defRPr>
            </a:pPr>
            <a:r>
              <a:t>Security Filter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28853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Sensitive Words . Auth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4690872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17920" y="4690872"/>
            <a:ext cx="54864" cy="6400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473659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MCP Client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503834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Multi-Protocol Integration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5440679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17920" y="5440679"/>
            <a:ext cx="54864" cy="64008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548639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Stream Output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5788151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SSE Real-Time Response</a:t>
            </a:r>
          </a:p>
        </p:txBody>
      </p:sp>
    </p:spTree>
  </p:cSld>
  <p:transition spd="med">
    <p:wipe dir="l"/>
  </p:transition>
  <p:timing>
    <p:tnLst>
      <p:seq concurrent="0">
        <p:cTn id="c335082b-9680-4742-b8ec-7c191548cdc9" dur="indefinite">
          <p:stCondLst>
            <p:cond delay="0"/>
          </p:stCondLst>
        </p:cTn>
        <p:childTnLst>
          <p:par>
            <p:cTn id="1c682257-1055-4656-b79e-a23f1bdfa8e8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8eb1a678-88ed-41cf-9b3e-8e753a3daff9" dur="500"/>
                  <p:tgtEl>
                    <p:spTgt spid="2"/>
                  </p:tgtEl>
                </p:cBhvr>
              </p:animEffect>
            </p:childTnLst>
          </p:par>
          <p:par>
            <p:cTn id="bfd1fc65-e37f-4217-9aea-9783fd287db8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70c8161e-8444-47e7-829d-8e0d98f6a6d5" dur="500"/>
                  <p:tgtEl>
                    <p:spTgt spid="3"/>
                  </p:tgtEl>
                </p:cBhvr>
              </p:animEffect>
            </p:childTnLst>
          </p:par>
          <p:par>
            <p:cTn id="c7612760-d979-4f02-8009-0db088f63c5c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e7852471-98df-4fcb-997f-75c550d22e49" dur="500"/>
                  <p:tgtEl>
                    <p:spTgt spid="4"/>
                  </p:tgtEl>
                </p:cBhvr>
              </p:animEffect>
            </p:childTnLst>
          </p:par>
          <p:par>
            <p:cTn id="442ab12e-7859-47f2-a864-d1c8931339ed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6563208a-d553-4aa3-876f-e5b961ab6ae4" dur="500"/>
                  <p:tgtEl>
                    <p:spTgt spid="5"/>
                  </p:tgtEl>
                </p:cBhvr>
              </p:animEffect>
            </p:childTnLst>
          </p:par>
          <p:par>
            <p:cTn id="60d797e7-c2fd-4d2f-b0de-f2ad99694e0f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c3f3db53-4712-43dc-9c12-dc926d814245" dur="500"/>
                  <p:tgtEl>
                    <p:spTgt spid="6"/>
                  </p:tgtEl>
                </p:cBhvr>
              </p:animEffect>
            </p:childTnLst>
          </p:par>
          <p:par>
            <p:cTn id="620e1fc4-5041-4cb2-9d17-8974b8d9cf42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a0a964c9-4ff5-4ca2-9b92-fa53e3ca97c3" dur="500"/>
                  <p:tgtEl>
                    <p:spTgt spid="7"/>
                  </p:tgtEl>
                </p:cBhvr>
              </p:animEffect>
            </p:childTnLst>
          </p:par>
          <p:par>
            <p:cTn id="606b0cad-0fcb-4945-9ef9-76ba6bf625a3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b79ed257-6777-4ee5-863c-c2da05434dcb" dur="500"/>
                  <p:tgtEl>
                    <p:spTgt spid="8"/>
                  </p:tgtEl>
                </p:cBhvr>
              </p:animEffect>
            </p:childTnLst>
          </p:par>
          <p:par>
            <p:cTn id="a867540b-3ca3-49f8-975c-f7135df02339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c8a58a43-ae23-4dea-8095-76e1ff2a7489" dur="500"/>
                  <p:tgtEl>
                    <p:spTgt spid="9"/>
                  </p:tgtEl>
                </p:cBhvr>
              </p:animEffect>
            </p:childTnLst>
          </p:par>
          <p:par>
            <p:cTn id="cbd70269-4a60-4592-8855-65824dce7513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ab1e7440-6f6e-4650-82ae-b7e98486ba07" dur="500"/>
                  <p:tgtEl>
                    <p:spTgt spid="10"/>
                  </p:tgtEl>
                </p:cBhvr>
              </p:animEffect>
            </p:childTnLst>
          </p:par>
          <p:par>
            <p:cTn id="d5fab601-3a72-48c0-834c-88f91a0865c2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0d13919a-acfc-4fe6-a791-a100647a1b59" dur="500"/>
                  <p:tgtEl>
                    <p:spTgt spid="11"/>
                  </p:tgtEl>
                </p:cBhvr>
              </p:animEffect>
            </p:childTnLst>
          </p:par>
          <p:par>
            <p:cTn id="d5e02cf8-229e-4371-9d0f-c9f01a4b1d06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f2264c0b-5ad7-48ef-938d-7c6d7f1acdc0" dur="500"/>
                  <p:tgtEl>
                    <p:spTgt spid="12"/>
                  </p:tgtEl>
                </p:cBhvr>
              </p:animEffect>
            </p:childTnLst>
          </p:par>
          <p:par>
            <p:cTn id="e79dcbb7-a31d-4198-b13c-f19a17c9c827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a34d0401-2163-416d-a106-4fe8da72b411" dur="500"/>
                  <p:tgtEl>
                    <p:spTgt spid="13"/>
                  </p:tgtEl>
                </p:cBhvr>
              </p:animEffect>
            </p:childTnLst>
          </p:par>
          <p:par>
            <p:cTn id="34b5060c-1568-437f-bb7c-4213b2fc0e1d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a4362da9-c6a8-4908-9e9e-b754d3362267" dur="500"/>
                  <p:tgtEl>
                    <p:spTgt spid="14"/>
                  </p:tgtEl>
                </p:cBhvr>
              </p:animEffect>
            </p:childTnLst>
          </p:par>
          <p:par>
            <p:cTn id="0a1c2a5b-ba29-423f-a339-76958f5e128d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394b78da-4c32-4b4d-abb6-ed027a373abc" dur="500"/>
                  <p:tgtEl>
                    <p:spTgt spid="15"/>
                  </p:tgtEl>
                </p:cBhvr>
              </p:animEffect>
            </p:childTnLst>
          </p:par>
          <p:par>
            <p:cTn id="90f57064-bb28-4d06-b1fe-f93846c8ac0b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ab42fcc8-8e04-4ca7-bd73-c16c543153dd" dur="500"/>
                  <p:tgtEl>
                    <p:spTgt spid="16"/>
                  </p:tgtEl>
                </p:cBhvr>
              </p:animEffect>
            </p:childTnLst>
          </p:par>
          <p:par>
            <p:cTn id="5596642d-5ce9-42d1-9cea-75224421a9f6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960a8354-8fc3-4ebb-b731-6a0474534c66" dur="500"/>
                  <p:tgtEl>
                    <p:spTgt spid="17"/>
                  </p:tgtEl>
                </p:cBhvr>
              </p:animEffect>
            </p:childTnLst>
          </p:par>
          <p:par>
            <p:cTn id="e36afb2c-6505-444b-a37c-59205020d3d3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311ad7d3-69bc-40d5-917a-31348386837f" dur="500"/>
                  <p:tgtEl>
                    <p:spTgt spid="18"/>
                  </p:tgtEl>
                </p:cBhvr>
              </p:animEffect>
            </p:childTnLst>
          </p:par>
          <p:par>
            <p:cTn id="c05a40fd-772c-426b-8878-01e279693589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e1778c95-af4b-44cb-9eed-bf9cf19cfe87" dur="500"/>
                  <p:tgtEl>
                    <p:spTgt spid="19"/>
                  </p:tgtEl>
                </p:cBhvr>
              </p:animEffect>
            </p:childTnLst>
          </p:par>
          <p:par>
            <p:cTn id="b47134b0-930e-4e41-911b-7ecfce234397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8502e73c-8b65-424e-8ac8-acd804d60b5e" dur="500"/>
                  <p:tgtEl>
                    <p:spTgt spid="20"/>
                  </p:tgtEl>
                </p:cBhvr>
              </p:animEffect>
            </p:childTnLst>
          </p:par>
          <p:par>
            <p:cTn id="f1f8f168-6c7c-4575-9fea-353eb21bb43e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03d60152-205c-42c6-b5d1-7ddc7de24ef7" dur="500"/>
                  <p:tgtEl>
                    <p:spTgt spid="21"/>
                  </p:tgtEl>
                </p:cBhvr>
              </p:animEffect>
            </p:childTnLst>
          </p:par>
          <p:par>
            <p:cTn id="10d3a0f2-6b8c-4cee-86a1-51caaa07ed17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b95cc975-be75-40c2-812c-586429c849fa" dur="500"/>
                  <p:tgtEl>
                    <p:spTgt spid="22"/>
                  </p:tgtEl>
                </p:cBhvr>
              </p:animEffect>
            </p:childTnLst>
          </p:par>
          <p:par>
            <p:cTn id="11435df2-b39b-474b-a15b-66668b8487a6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09799992-26e6-4435-87df-1c5926ba1ccf" dur="500"/>
                  <p:tgtEl>
                    <p:spTgt spid="23"/>
                  </p:tgtEl>
                </p:cBhvr>
              </p:animEffect>
            </p:childTnLst>
          </p:par>
          <p:par>
            <p:cTn id="731aad64-767c-4ea7-b115-8ce9e537bf7b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2ff7cc52-8e4b-43a1-9afd-97ca81a76181" dur="500"/>
                  <p:tgtEl>
                    <p:spTgt spid="24"/>
                  </p:tgtEl>
                </p:cBhvr>
              </p:animEffect>
            </p:childTnLst>
          </p:par>
          <p:par>
            <p:cTn id="40f8ffd5-1c9c-4547-b668-ef87452ec21f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07c74de9-d0f2-4d9f-a907-5019c645b254" dur="500"/>
                  <p:tgtEl>
                    <p:spTgt spid="25"/>
                  </p:tgtEl>
                </p:cBhvr>
              </p:animEffect>
            </p:childTnLst>
          </p:par>
          <p:par>
            <p:cTn id="3691bef9-bda6-448c-aa28-94b9325bcbb4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166f8730-18be-44f5-bd41-364893ad4c4f" dur="500"/>
                  <p:tgtEl>
                    <p:spTgt spid="26"/>
                  </p:tgtEl>
                </p:cBhvr>
              </p:animEffect>
            </p:childTnLst>
          </p:par>
          <p:par>
            <p:cTn id="d8fcaa03-7307-47f7-9f7b-5504e1372315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9298a2c0-41c2-49b2-ae08-f6ef00e437aa" dur="500"/>
                  <p:tgtEl>
                    <p:spTgt spid="27"/>
                  </p:tgtEl>
                </p:cBhvr>
              </p:animEffect>
            </p:childTnLst>
          </p:par>
          <p:par>
            <p:cTn id="3b5be51a-e5d5-42a3-b2eb-86d8111ff3e3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eb224444-a030-4f7e-af71-28e10c670556" dur="500"/>
                  <p:tgtEl>
                    <p:spTgt spid="28"/>
                  </p:tgtEl>
                </p:cBhvr>
              </p:animEffect>
            </p:childTnLst>
          </p:par>
          <p:par>
            <p:cTn id="e9e3f6b8-8b42-41e2-9f74-34d730a8f383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8b8d4c9e-d4a9-4a91-aa36-6c286e637d7f" dur="500"/>
                  <p:tgtEl>
                    <p:spTgt spid="29"/>
                  </p:tgtEl>
                </p:cBhvr>
              </p:animEffect>
            </p:childTnLst>
          </p:par>
          <p:par>
            <p:cTn id="7c112225-a105-44c4-83f5-6f418a4efb48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7b6c45f3-12ca-4423-a9eb-90e8cd1c31a0" dur="500"/>
                  <p:tgtEl>
                    <p:spTgt spid="30"/>
                  </p:tgtEl>
                </p:cBhvr>
              </p:animEffect>
            </p:childTnLst>
          </p:par>
          <p:par>
            <p:cTn id="e0a3d506-9ea5-4ad3-9d54-38e011a51b0c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f25119a8-659f-4257-85a0-07aa2007b77f" dur="500"/>
                  <p:tgtEl>
                    <p:spTgt spid="31"/>
                  </p:tgtEl>
                </p:cBhvr>
              </p:animEffect>
            </p:childTnLst>
          </p:par>
          <p:par>
            <p:cTn id="6dca3e5d-fa6e-421b-a833-3e0096debb79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990de3cf-4c34-4d52-a927-13a178f624b8" dur="500"/>
                  <p:tgtEl>
                    <p:spTgt spid="32"/>
                  </p:tgtEl>
                </p:cBhvr>
              </p:animEffect>
            </p:childTnLst>
          </p:par>
          <p:par>
            <p:cTn id="d1fc5ee8-9dac-4b26-b5de-7edf1f6fb382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32eac322-f166-4dcb-9774-4cd3748cb3cd" dur="500"/>
                  <p:tgtEl>
                    <p:spTgt spid="33"/>
                  </p:tgtEl>
                </p:cBhvr>
              </p:animEffect>
            </p:childTnLst>
          </p:par>
          <p:par>
            <p:cTn id="6f5c42b0-f035-476e-a836-fca446296dbf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a5fd38fe-16b8-4c9c-a6b7-acd8e34c7317" dur="500"/>
                  <p:tgtEl>
                    <p:spTgt spid="34"/>
                  </p:tgtEl>
                </p:cBhvr>
              </p:animEffect>
            </p:childTnLst>
          </p:par>
          <p:par>
            <p:cTn id="37b8e803-b40c-4a0d-b70a-bb35f038b81b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7feb82f8-c0b7-4495-aa54-0a1a7e3c8199" dur="500"/>
                  <p:tgtEl>
                    <p:spTgt spid="35"/>
                  </p:tgtEl>
                </p:cBhvr>
              </p:animEffect>
            </p:childTnLst>
          </p:par>
          <p:par>
            <p:cTn id="2997caba-d94e-4220-b514-4652958c4c21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c0e6350f-f633-4752-850b-e73ee42b89df" dur="500"/>
                  <p:tgtEl>
                    <p:spTgt spid="36"/>
                  </p:tgtEl>
                </p:cBhvr>
              </p:animEffect>
            </p:childTnLst>
          </p:par>
          <p:par>
            <p:cTn id="fc4c8b8f-70a6-4d89-8fd9-3fdd514622b0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4bb53ee8-4dd7-423d-9fb5-6a140fea2632" dur="500"/>
                  <p:tgtEl>
                    <p:spTgt spid="37"/>
                  </p:tgtEl>
                </p:cBhvr>
              </p:animEffect>
            </p:childTnLst>
          </p:par>
          <p:par>
            <p:cTn id="fd95799c-2de8-4b6e-a59e-d889ff2aaee0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cc2ad94c-5ac3-4b17-aa29-dcac5fe0e860" dur="500"/>
                  <p:tgtEl>
                    <p:spTgt spid="38"/>
                  </p:tgtEl>
                </p:cBhvr>
              </p:animEffect>
            </p:childTnLst>
          </p:par>
          <p:par>
            <p:cTn id="26d218f6-8751-4c56-908e-e39d5e9538e1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32f783f5-326e-42da-a4bf-3e8ad8749352" dur="500"/>
                  <p:tgtEl>
                    <p:spTgt spid="39"/>
                  </p:tgtEl>
                </p:cBhvr>
              </p:animEffect>
            </p:childTnLst>
          </p:par>
          <p:par>
            <p:cTn id="f0bfefdd-75ae-4f09-bbe4-c1dbae36f047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8c90e7fa-7369-41ed-9b7c-892da0dabe3a" dur="500"/>
                  <p:tgtEl>
                    <p:spTgt spid="40"/>
                  </p:tgtEl>
                </p:cBhvr>
              </p:animEffect>
            </p:childTnLst>
          </p:par>
          <p:par>
            <p:cTn id="9d6ef582-6d54-42c6-b6ed-cf47fb2a824b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aefc3141-6424-4f37-9b0c-8afafc8644cf" dur="500"/>
                  <p:tgtEl>
                    <p:spTgt spid="41"/>
                  </p:tgtEl>
                </p:cBhvr>
              </p:animEffect>
            </p:childTnLst>
          </p:par>
          <p:par>
            <p:cTn id="a1242060-4254-4f41-9b86-e28f7db7a0d7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21c435c2-e51a-410e-84c0-01a12efc3a21" dur="500"/>
                  <p:tgtEl>
                    <p:spTgt spid="42"/>
                  </p:tgtEl>
                </p:cBhvr>
              </p:animEffect>
            </p:childTnLst>
          </p:par>
          <p:par>
            <p:cTn id="383a920b-4506-47ec-bf93-357703c6673a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bdce4192-715d-4453-a1fc-e50ae9394f9f" dur="500"/>
                  <p:tgtEl>
                    <p:spTgt spid="43"/>
                  </p:tgtEl>
                </p:cBhvr>
              </p:animEffect>
            </p:childTnLst>
          </p:par>
          <p:par>
            <p:cTn id="17793029-519e-4447-8e75-fe9383455555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059d3bb7-4608-4d6b-975f-8a80e2780946" dur="500"/>
                  <p:tgtEl>
                    <p:spTgt spid="44"/>
                  </p:tgtEl>
                </p:cBhvr>
              </p:animEffect>
            </p:childTnLst>
          </p:par>
        </p:childTnLst>
      </p:seq>
    </p:tnLst>
  </p:timing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C-End . Resume AI Assistant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5/9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347472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4C7"/>
                </a:solidFill>
                <a:latin typeface="Trebuchet MS"/>
              </a:defRPr>
            </a:pPr>
            <a:r>
              <a:t>Smart Polish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AI analyzes &amp; optimizes</a:t>
            </a:r>
            <a:br/>
            <a:r>
              <a:t>Auto adjust wording &amp; layout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097280"/>
            <a:ext cx="347472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3258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F"/>
                </a:solidFill>
                <a:latin typeface="Trebuchet MS"/>
              </a:defRPr>
            </a:pPr>
            <a:r>
              <a:t>Custom Advice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9202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Target JD-based</a:t>
            </a:r>
            <a:br/>
            <a:r>
              <a:t>Specific modification plan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09728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3258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580C"/>
                </a:solidFill>
                <a:latin typeface="Trebuchet MS"/>
              </a:defRPr>
            </a:pPr>
            <a:r>
              <a:t>RAG Enhanced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9202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Vector DB matching</a:t>
            </a:r>
            <a:br/>
            <a:r>
              <a:t>Precise industry knowledge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703320"/>
            <a:ext cx="347472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9319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Trebuchet MS"/>
              </a:defRPr>
            </a:pPr>
            <a:r>
              <a:t>Tool Calling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5262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Web Search . PDF . Email . File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3703320"/>
            <a:ext cx="347472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39319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4C7"/>
                </a:solidFill>
                <a:latin typeface="Trebuchet MS"/>
              </a:defRPr>
            </a:pPr>
            <a:r>
              <a:t>Stream Chat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5262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SSE real-time response</a:t>
            </a:r>
            <a:br/>
            <a:r>
              <a:t>Typewriter effect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3703320"/>
            <a:ext cx="347472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39319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F"/>
                </a:solidFill>
                <a:latin typeface="Trebuchet MS"/>
              </a:defRPr>
            </a:pPr>
            <a:r>
              <a:t>Eco Services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5262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MinIO/Qiniu storage</a:t>
            </a:r>
            <a:br/>
            <a:r>
              <a:t>Multi-industry templates</a:t>
            </a:r>
          </a:p>
        </p:txBody>
      </p:sp>
    </p:spTree>
  </p:cSld>
  <p:transition spd="med">
    <p:uncover dir="d"/>
  </p:transition>
  <p:timing>
    <p:tnLst>
      <p:seq concurrent="0">
        <p:cTn id="7e4d0277-f6fa-4ae6-9203-cc98543feea3" dur="indefinite">
          <p:stCondLst>
            <p:cond delay="0"/>
          </p:stCondLst>
        </p:cTn>
        <p:childTnLst>
          <p:par>
            <p:cTn id="0069debe-3c37-4a7c-830a-1ea156fb8c3d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6e45ec94-abf3-45ad-adbf-7a71a6113daa" dur="500"/>
                  <p:tgtEl>
                    <p:spTgt spid="2"/>
                  </p:tgtEl>
                </p:cBhvr>
              </p:animEffect>
            </p:childTnLst>
          </p:par>
          <p:par>
            <p:cTn id="37636b98-96a1-4f79-8dc5-2df09e239992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4f9fbd2e-4285-4968-94f3-098d5be7aaab" dur="500"/>
                  <p:tgtEl>
                    <p:spTgt spid="3"/>
                  </p:tgtEl>
                </p:cBhvr>
              </p:animEffect>
            </p:childTnLst>
          </p:par>
          <p:par>
            <p:cTn id="2b1ea197-3796-4c4f-815b-2cda1d267ef7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ceb5fc3c-dd16-452e-806b-ba67a4358d29" dur="500"/>
                  <p:tgtEl>
                    <p:spTgt spid="4"/>
                  </p:tgtEl>
                </p:cBhvr>
              </p:animEffect>
            </p:childTnLst>
          </p:par>
          <p:par>
            <p:cTn id="a288e313-6ff2-45f1-9070-61e801295833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d08c53a3-38a3-4a7d-9ed1-75502c12223c" dur="500"/>
                  <p:tgtEl>
                    <p:spTgt spid="5"/>
                  </p:tgtEl>
                </p:cBhvr>
              </p:animEffect>
            </p:childTnLst>
          </p:par>
          <p:par>
            <p:cTn id="2a6f42e0-2c39-47d4-b269-e93ab885ae61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6686f806-bb24-445d-8c12-11ac7b952252" dur="500"/>
                  <p:tgtEl>
                    <p:spTgt spid="6"/>
                  </p:tgtEl>
                </p:cBhvr>
              </p:animEffect>
            </p:childTnLst>
          </p:par>
          <p:par>
            <p:cTn id="5b29ce08-cdd0-45ec-bfcc-f0145b67ee99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06d64b20-0096-4c0d-a35a-b2d71c6c96d0" dur="500"/>
                  <p:tgtEl>
                    <p:spTgt spid="7"/>
                  </p:tgtEl>
                </p:cBhvr>
              </p:animEffect>
            </p:childTnLst>
          </p:par>
          <p:par>
            <p:cTn id="3b1af021-13fe-4e15-b62d-9edd7bc8e851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4a4e3a1b-395e-45d4-8605-4d61f2859d76" dur="500"/>
                  <p:tgtEl>
                    <p:spTgt spid="8"/>
                  </p:tgtEl>
                </p:cBhvr>
              </p:animEffect>
            </p:childTnLst>
          </p:par>
          <p:par>
            <p:cTn id="6d69187e-d81f-4f4b-bcf8-1c3bb121dfd5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01eee752-d51e-4604-bc6f-a644f16f3380" dur="500"/>
                  <p:tgtEl>
                    <p:spTgt spid="9"/>
                  </p:tgtEl>
                </p:cBhvr>
              </p:animEffect>
            </p:childTnLst>
          </p:par>
          <p:par>
            <p:cTn id="bb30efa2-3d1b-4c9a-9acf-644c73b7732c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f596d756-a09a-42e2-8f97-acace5f9b2f7" dur="500"/>
                  <p:tgtEl>
                    <p:spTgt spid="10"/>
                  </p:tgtEl>
                </p:cBhvr>
              </p:animEffect>
            </p:childTnLst>
          </p:par>
          <p:par>
            <p:cTn id="b93a26fe-37e4-497a-9b24-e727930e630c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766466a2-fe32-40af-ae38-f887c2d6e922" dur="500"/>
                  <p:tgtEl>
                    <p:spTgt spid="11"/>
                  </p:tgtEl>
                </p:cBhvr>
              </p:animEffect>
            </p:childTnLst>
          </p:par>
          <p:par>
            <p:cTn id="a2c81519-e1ae-48b6-9d68-4413249789dc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7e053b3d-24da-407c-994b-de501e20238b" dur="500"/>
                  <p:tgtEl>
                    <p:spTgt spid="12"/>
                  </p:tgtEl>
                </p:cBhvr>
              </p:animEffect>
            </p:childTnLst>
          </p:par>
          <p:par>
            <p:cTn id="7fb9f6bd-4ebe-4694-b2c2-2208ddba8b7b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8ba00ff9-8927-40e2-8d3b-46b3fec25256" dur="500"/>
                  <p:tgtEl>
                    <p:spTgt spid="13"/>
                  </p:tgtEl>
                </p:cBhvr>
              </p:animEffect>
            </p:childTnLst>
          </p:par>
          <p:par>
            <p:cTn id="0c78bb55-d607-4a32-b821-342307b3739b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a2ae86a5-4ebf-4e77-b046-5abc2ee8cab9" dur="500"/>
                  <p:tgtEl>
                    <p:spTgt spid="14"/>
                  </p:tgtEl>
                </p:cBhvr>
              </p:animEffect>
            </p:childTnLst>
          </p:par>
          <p:par>
            <p:cTn id="b3a85497-5290-42d7-9738-41f7e5d32b60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7c4239c5-c494-46e2-b701-e2e41066d3fb" dur="500"/>
                  <p:tgtEl>
                    <p:spTgt spid="15"/>
                  </p:tgtEl>
                </p:cBhvr>
              </p:animEffect>
            </p:childTnLst>
          </p:par>
          <p:par>
            <p:cTn id="b6e040b5-a3de-4d77-974c-08eda436b88e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d74d3853-cd9b-4bf8-b39c-fa8f03253562" dur="500"/>
                  <p:tgtEl>
                    <p:spTgt spid="16"/>
                  </p:tgtEl>
                </p:cBhvr>
              </p:animEffect>
            </p:childTnLst>
          </p:par>
          <p:par>
            <p:cTn id="abe43bb6-d839-483d-9ce9-11f4ae397577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1cc86d60-acf9-433f-9006-3823d6e85df7" dur="500"/>
                  <p:tgtEl>
                    <p:spTgt spid="17"/>
                  </p:tgtEl>
                </p:cBhvr>
              </p:animEffect>
            </p:childTnLst>
          </p:par>
          <p:par>
            <p:cTn id="52b19110-eebc-4d7f-a6a7-4a24e0436133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bb77c8b7-d45c-4854-8c63-a3edb4722f71" dur="500"/>
                  <p:tgtEl>
                    <p:spTgt spid="18"/>
                  </p:tgtEl>
                </p:cBhvr>
              </p:animEffect>
            </p:childTnLst>
          </p:par>
          <p:par>
            <p:cTn id="c3cf77d5-2d2b-40cb-ab37-ad07c706834f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6a8cf4ac-b57f-4682-aa72-d10ddb883b94" dur="500"/>
                  <p:tgtEl>
                    <p:spTgt spid="19"/>
                  </p:tgtEl>
                </p:cBhvr>
              </p:animEffect>
            </p:childTnLst>
          </p:par>
          <p:par>
            <p:cTn id="194e03c7-2c0c-4148-9324-db3f6e6a900d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fa2a770f-644b-4468-95fa-39a0755560b3" dur="500"/>
                  <p:tgtEl>
                    <p:spTgt spid="20"/>
                  </p:tgtEl>
                </p:cBhvr>
              </p:animEffect>
            </p:childTnLst>
          </p:par>
          <p:par>
            <p:cTn id="f719a40e-040a-4f2d-bb7b-7852b1f8f71e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7f2a23c0-8786-4125-959c-8d07d9cf7ab7" dur="500"/>
                  <p:tgtEl>
                    <p:spTgt spid="21"/>
                  </p:tgtEl>
                </p:cBhvr>
              </p:animEffect>
            </p:childTnLst>
          </p:par>
          <p:par>
            <p:cTn id="82027348-2b49-40a8-b910-37b9b67b4b85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7f8bdb71-928d-4257-af9c-badab735cde0" dur="500"/>
                  <p:tgtEl>
                    <p:spTgt spid="22"/>
                  </p:tgtEl>
                </p:cBhvr>
              </p:animEffect>
            </p:childTnLst>
          </p:par>
          <p:par>
            <p:cTn id="9419e26a-7b73-4533-8b9d-5e6e41e40ca8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5ee60a07-ea34-40ca-9ec7-16bff1ce0e34" dur="500"/>
                  <p:tgtEl>
                    <p:spTgt spid="23"/>
                  </p:tgtEl>
                </p:cBhvr>
              </p:animEffect>
            </p:childTnLst>
          </p:par>
          <p:par>
            <p:cTn id="b1d76347-c680-4cd6-b700-f2b3bca21501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0e82f29e-08e2-461f-bf87-1190f6d1f886" dur="500"/>
                  <p:tgtEl>
                    <p:spTgt spid="24"/>
                  </p:tgtEl>
                </p:cBhvr>
              </p:animEffect>
            </p:childTnLst>
          </p:par>
          <p:par>
            <p:cTn id="4cbd21ea-654b-4d15-9950-3ffdb9720268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353e459d-085e-4294-b71a-527098ef4f99" dur="500"/>
                  <p:tgtEl>
                    <p:spTgt spid="25"/>
                  </p:tgtEl>
                </p:cBhvr>
              </p:animEffect>
            </p:childTnLst>
          </p:par>
          <p:par>
            <p:cTn id="dc3c4387-7848-468e-a4fc-87bf50d36ec0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0e8ac78b-e221-43da-922c-80084c21c985" dur="500"/>
                  <p:tgtEl>
                    <p:spTgt spid="26"/>
                  </p:tgtEl>
                </p:cBhvr>
              </p:animEffect>
            </p:childTnLst>
          </p:par>
          <p:par>
            <p:cTn id="45290e0f-484b-49aa-abaa-7a54f3db53ae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9b012e90-9a5f-42c7-b30c-e14f4bbb1527" dur="500"/>
                  <p:tgtEl>
                    <p:spTgt spid="27"/>
                  </p:tgtEl>
                </p:cBhvr>
              </p:animEffect>
            </p:childTnLst>
          </p:par>
          <p:par>
            <p:cTn id="fa15a908-e45f-43a1-adb8-bf10f29e6458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9599b6c8-aebe-4a79-882c-65d26949a7d1" dur="500"/>
                  <p:tgtEl>
                    <p:spTgt spid="28"/>
                  </p:tgtEl>
                </p:cBhvr>
              </p:animEffect>
            </p:childTnLst>
          </p:par>
          <p:par>
            <p:cTn id="cf5b8d2d-16e1-4047-b038-a90a5848b6ec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7080f15f-ad26-488d-9b33-d239421d891b" dur="500"/>
                  <p:tgtEl>
                    <p:spTgt spid="29"/>
                  </p:tgtEl>
                </p:cBhvr>
              </p:animEffect>
            </p:childTnLst>
          </p:par>
        </p:childTnLst>
      </p:seq>
    </p:tnLst>
  </p:timing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B-End . System Manager Assistant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6/9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54864" cy="8686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1430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4C7"/>
                </a:solidFill>
                <a:latin typeface="Trebuchet MS"/>
              </a:defRPr>
            </a:pPr>
            <a:r>
              <a:t>User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Register/Login . Permission . Role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75688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075688"/>
            <a:ext cx="54864" cy="8686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1671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4C7"/>
                </a:solidFill>
                <a:latin typeface="Trebuchet MS"/>
              </a:defRPr>
            </a:pPr>
            <a:r>
              <a:t>Resume Template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8716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Template CRUD . Enable/Disable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99816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99816"/>
            <a:ext cx="54864" cy="8686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19125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4C7"/>
                </a:solidFill>
                <a:latin typeface="Trebuchet MS"/>
              </a:defRPr>
            </a:pPr>
            <a:r>
              <a:t>Written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51129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Question CRUD . Category . Level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23944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123944"/>
            <a:ext cx="54864" cy="8686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21538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4C7"/>
                </a:solidFill>
                <a:latin typeface="Trebuchet MS"/>
              </a:defRPr>
            </a:pPr>
            <a:r>
              <a:t>FAQ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3542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Question maintenance . Review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48072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148072"/>
            <a:ext cx="54864" cy="8686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23951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4C7"/>
                </a:solidFill>
                <a:latin typeface="Trebuchet MS"/>
              </a:defRPr>
            </a:pPr>
            <a:r>
              <a:t>User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55955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Manual editing . Rich 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1051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AI Management Capabilities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+ Smart Data Statistics &amp;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+ Automated Operation Suggestions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2560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+ Anomaly Detection &amp; Alert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+ Smart Q&amp;A Assistant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+ Content Auto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+ Batch Operation Automation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+ Log Analysis &amp; Diagnosis</a:t>
            </a:r>
          </a:p>
        </p:txBody>
      </p:sp>
    </p:spTree>
  </p:cSld>
  <p:transition spd="med">
    <p:fade/>
  </p:transition>
  <p:timing>
    <p:tnLst>
      <p:seq concurrent="0">
        <p:cTn id="02f434a1-eeb0-43b9-9dae-6e7577483866" dur="indefinite">
          <p:stCondLst>
            <p:cond delay="0"/>
          </p:stCondLst>
        </p:cTn>
        <p:childTnLst>
          <p:par>
            <p:cTn id="6fd302e1-19b3-4f4b-8ec5-2d10fcab8790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66098c3c-ee35-4c0c-a73c-0377ede5339d" dur="500"/>
                  <p:tgtEl>
                    <p:spTgt spid="2"/>
                  </p:tgtEl>
                </p:cBhvr>
              </p:animEffect>
            </p:childTnLst>
          </p:par>
          <p:par>
            <p:cTn id="957f8155-cfcc-432e-8423-c6e2b959bf28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b047889d-16e6-418c-9332-65571a6e843e" dur="500"/>
                  <p:tgtEl>
                    <p:spTgt spid="3"/>
                  </p:tgtEl>
                </p:cBhvr>
              </p:animEffect>
            </p:childTnLst>
          </p:par>
          <p:par>
            <p:cTn id="79b37bd9-cb79-4d57-8f6d-c7660551307b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43c2204b-61c1-4157-88fa-603d9b6f6ff5" dur="500"/>
                  <p:tgtEl>
                    <p:spTgt spid="4"/>
                  </p:tgtEl>
                </p:cBhvr>
              </p:animEffect>
            </p:childTnLst>
          </p:par>
          <p:par>
            <p:cTn id="fc47d5aa-c61a-4be8-a38d-7e84131697d5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4d503a4e-9a39-4429-89a8-0850f3a2e226" dur="500"/>
                  <p:tgtEl>
                    <p:spTgt spid="5"/>
                  </p:tgtEl>
                </p:cBhvr>
              </p:animEffect>
            </p:childTnLst>
          </p:par>
          <p:par>
            <p:cTn id="0177ef9a-10cf-40be-9f5d-52ac9543e2d7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cac5c45d-6633-4d0b-9a24-79160a6d9038" dur="500"/>
                  <p:tgtEl>
                    <p:spTgt spid="6"/>
                  </p:tgtEl>
                </p:cBhvr>
              </p:animEffect>
            </p:childTnLst>
          </p:par>
          <p:par>
            <p:cTn id="8761bbd4-2466-4e36-a4b4-a854d23b1b33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e9e932f2-fe95-422e-a0f4-a871f684ccbf" dur="500"/>
                  <p:tgtEl>
                    <p:spTgt spid="7"/>
                  </p:tgtEl>
                </p:cBhvr>
              </p:animEffect>
            </p:childTnLst>
          </p:par>
          <p:par>
            <p:cTn id="615871e3-ebe5-4b57-8149-cf3c92a4343a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5c9acfa6-d55c-479e-8077-98da9a185c1c" dur="500"/>
                  <p:tgtEl>
                    <p:spTgt spid="8"/>
                  </p:tgtEl>
                </p:cBhvr>
              </p:animEffect>
            </p:childTnLst>
          </p:par>
          <p:par>
            <p:cTn id="fbcb7471-1ada-42fb-9595-ba6d1403bbcc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9881d976-6239-4656-82a3-981464f9efda" dur="500"/>
                  <p:tgtEl>
                    <p:spTgt spid="9"/>
                  </p:tgtEl>
                </p:cBhvr>
              </p:animEffect>
            </p:childTnLst>
          </p:par>
          <p:par>
            <p:cTn id="155cbefa-6222-4250-9cec-5802c53d159f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b0fa9560-6f97-4696-bcc7-c6349ac5d5eb" dur="500"/>
                  <p:tgtEl>
                    <p:spTgt spid="10"/>
                  </p:tgtEl>
                </p:cBhvr>
              </p:animEffect>
            </p:childTnLst>
          </p:par>
          <p:par>
            <p:cTn id="533a5729-8494-470f-a2e8-6e959ec60246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93878aca-5e43-4b6f-bc2c-a96211287bc7" dur="500"/>
                  <p:tgtEl>
                    <p:spTgt spid="11"/>
                  </p:tgtEl>
                </p:cBhvr>
              </p:animEffect>
            </p:childTnLst>
          </p:par>
          <p:par>
            <p:cTn id="b203d3de-4089-42de-b108-745f6e96f55c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7582da9b-99ac-42b9-8b87-9ff19993771b" dur="500"/>
                  <p:tgtEl>
                    <p:spTgt spid="12"/>
                  </p:tgtEl>
                </p:cBhvr>
              </p:animEffect>
            </p:childTnLst>
          </p:par>
          <p:par>
            <p:cTn id="f1dbbd3c-82ca-42ce-bf70-ac705aa052b6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e008f850-30fc-4adb-9794-d0f55568a971" dur="500"/>
                  <p:tgtEl>
                    <p:spTgt spid="13"/>
                  </p:tgtEl>
                </p:cBhvr>
              </p:animEffect>
            </p:childTnLst>
          </p:par>
          <p:par>
            <p:cTn id="b2d84cbb-5ecd-46aa-8360-d399adec6279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9da6be29-7d11-4cb8-a50d-df85638c5b9a" dur="500"/>
                  <p:tgtEl>
                    <p:spTgt spid="14"/>
                  </p:tgtEl>
                </p:cBhvr>
              </p:animEffect>
            </p:childTnLst>
          </p:par>
          <p:par>
            <p:cTn id="12e65921-a65d-464c-8462-a2527905d4ec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456aaea6-0abe-4945-a13d-27dffdc4fe7e" dur="500"/>
                  <p:tgtEl>
                    <p:spTgt spid="15"/>
                  </p:tgtEl>
                </p:cBhvr>
              </p:animEffect>
            </p:childTnLst>
          </p:par>
          <p:par>
            <p:cTn id="ab210ce6-16cf-4c64-a326-5642f32ee82d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9cb26414-f55d-4abc-9fab-b32dec98a7a0" dur="500"/>
                  <p:tgtEl>
                    <p:spTgt spid="16"/>
                  </p:tgtEl>
                </p:cBhvr>
              </p:animEffect>
            </p:childTnLst>
          </p:par>
          <p:par>
            <p:cTn id="a5fbd5f8-c564-43d6-bf9e-2539c7eb4cbc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66391485-6d86-437d-ac18-4ab52b9725c5" dur="500"/>
                  <p:tgtEl>
                    <p:spTgt spid="17"/>
                  </p:tgtEl>
                </p:cBhvr>
              </p:animEffect>
            </p:childTnLst>
          </p:par>
          <p:par>
            <p:cTn id="57c42460-ba7b-4def-9d17-c948acf3190f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a0c89d7f-1729-463c-97fe-3826a239f299" dur="500"/>
                  <p:tgtEl>
                    <p:spTgt spid="18"/>
                  </p:tgtEl>
                </p:cBhvr>
              </p:animEffect>
            </p:childTnLst>
          </p:par>
          <p:par>
            <p:cTn id="1d9dc1d5-880a-4802-94f6-eacdae2a5b53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5da7337f-901f-4cf7-8dc1-31d452a51c30" dur="500"/>
                  <p:tgtEl>
                    <p:spTgt spid="19"/>
                  </p:tgtEl>
                </p:cBhvr>
              </p:animEffect>
            </p:childTnLst>
          </p:par>
          <p:par>
            <p:cTn id="859fc40b-fc9e-442b-9ca8-685e8be16644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6e58e3ef-a87f-46d2-a683-0efae9d61f77" dur="500"/>
                  <p:tgtEl>
                    <p:spTgt spid="20"/>
                  </p:tgtEl>
                </p:cBhvr>
              </p:animEffect>
            </p:childTnLst>
          </p:par>
          <p:par>
            <p:cTn id="e24380cc-12b6-4c98-92b6-e8046f089b64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6c8b878c-932b-4e67-bbdb-43897df03d34" dur="500"/>
                  <p:tgtEl>
                    <p:spTgt spid="21"/>
                  </p:tgtEl>
                </p:cBhvr>
              </p:animEffect>
            </p:childTnLst>
          </p:par>
          <p:par>
            <p:cTn id="68ff81a7-9f27-4fb5-a011-8b963a9ff38e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3db41edc-0264-4baf-b6c7-76af2fee7597" dur="500"/>
                  <p:tgtEl>
                    <p:spTgt spid="22"/>
                  </p:tgtEl>
                </p:cBhvr>
              </p:animEffect>
            </p:childTnLst>
          </p:par>
          <p:par>
            <p:cTn id="719c7723-af52-4b66-9b4a-9d25b39bfb23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b0929d7d-0eb1-4779-8b26-e0799843d91c" dur="500"/>
                  <p:tgtEl>
                    <p:spTgt spid="23"/>
                  </p:tgtEl>
                </p:cBhvr>
              </p:animEffect>
            </p:childTnLst>
          </p:par>
          <p:par>
            <p:cTn id="c820448f-a8b8-4d07-8e8b-a87587a9d14c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6e941e67-8997-4d4a-bd75-95521c6651d8" dur="500"/>
                  <p:tgtEl>
                    <p:spTgt spid="24"/>
                  </p:tgtEl>
                </p:cBhvr>
              </p:animEffect>
            </p:childTnLst>
          </p:par>
          <p:par>
            <p:cTn id="2163ced9-8d54-4968-8de2-47812c6c9b54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21c44337-8f28-491f-b1b1-655c22ca7f8f" dur="500"/>
                  <p:tgtEl>
                    <p:spTgt spid="25"/>
                  </p:tgtEl>
                </p:cBhvr>
              </p:animEffect>
            </p:childTnLst>
          </p:par>
          <p:par>
            <p:cTn id="d6b5e355-90ac-4772-aa41-4fd3910079bd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3f680278-ad01-4643-9bde-6cae840f4d1b" dur="500"/>
                  <p:tgtEl>
                    <p:spTgt spid="26"/>
                  </p:tgtEl>
                </p:cBhvr>
              </p:animEffect>
            </p:childTnLst>
          </p:par>
          <p:par>
            <p:cTn id="50933e2f-f00e-421d-a17d-b5ef1e122ad4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92daec50-e031-4059-bf75-67f7110064e0" dur="500"/>
                  <p:tgtEl>
                    <p:spTgt spid="27"/>
                  </p:tgtEl>
                </p:cBhvr>
              </p:animEffect>
            </p:childTnLst>
          </p:par>
          <p:par>
            <p:cTn id="a2ec00b8-8579-49b0-b09c-493c0ee0ff4b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fca70a71-2832-4c86-b680-2cac48539ea6" dur="500"/>
                  <p:tgtEl>
                    <p:spTgt spid="28"/>
                  </p:tgtEl>
                </p:cBhvr>
              </p:animEffect>
            </p:childTnLst>
          </p:par>
          <p:par>
            <p:cTn id="8c94e09c-0e76-4fd1-ba8e-665775feeb2b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73050509-d2a3-455d-bec4-4942fceaea9a" dur="500"/>
                  <p:tgtEl>
                    <p:spTgt spid="29"/>
                  </p:tgtEl>
                </p:cBhvr>
              </p:animEffect>
            </p:childTnLst>
          </p:par>
          <p:par>
            <p:cTn id="b287f5c0-e9c8-4fef-a658-d0c53c8e2a27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94a2628a-7946-4cc9-b603-b63b254967e0" dur="500"/>
                  <p:tgtEl>
                    <p:spTgt spid="30"/>
                  </p:tgtEl>
                </p:cBhvr>
              </p:animEffect>
            </p:childTnLst>
          </p:par>
          <p:par>
            <p:cTn id="64f44e67-e676-47c2-a65d-55408838290a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adc83d27-99f0-4a68-9a96-b463f5133bc8" dur="500"/>
                  <p:tgtEl>
                    <p:spTgt spid="31"/>
                  </p:tgtEl>
                </p:cBhvr>
              </p:animEffect>
            </p:childTnLst>
          </p:par>
          <p:par>
            <p:cTn id="94c9de85-ed34-4ec2-9ee1-592d4fb1c0df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fec3acb0-f158-42d8-80ec-2498f9f8f844" dur="500"/>
                  <p:tgtEl>
                    <p:spTgt spid="32"/>
                  </p:tgtEl>
                </p:cBhvr>
              </p:animEffect>
            </p:childTnLst>
          </p:par>
          <p:par>
            <p:cTn id="059a89fe-ac5b-418e-ab42-97f0874f0571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7acb462e-747b-4972-bc16-b6fa12d8bba2" dur="500"/>
                  <p:tgtEl>
                    <p:spTgt spid="33"/>
                  </p:tgtEl>
                </p:cBhvr>
              </p:animEffect>
            </p:childTnLst>
          </p:par>
        </p:childTnLst>
      </p:seq>
    </p:tnLst>
  </p:timing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D-End . Data &amp; Monitoring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7/9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530352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25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Real-time 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DAU/Total PV tracking</a:t>
            </a:r>
            <a:br/>
            <a:r>
              <a:t>Multi-dim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09728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1097280"/>
            <a:ext cx="530352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79" y="1325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48F"/>
                </a:solidFill>
                <a:latin typeface="Trebuchet MS"/>
              </a:defRPr>
            </a:pPr>
            <a:r>
              <a:t>Ad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201168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Ad scheduling &amp; control</a:t>
            </a:r>
            <a:br/>
            <a:r>
              <a:t>Performance tracking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49039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749039"/>
            <a:ext cx="53035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97763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A580C"/>
                </a:solidFill>
                <a:latin typeface="Trebuchet MS"/>
              </a:defRPr>
            </a:pPr>
            <a:r>
              <a:t>Server Monitor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63439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SSH remote management</a:t>
            </a:r>
            <a:br/>
            <a:r>
              <a:t>Health check &amp; alert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749039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3749039"/>
            <a:ext cx="530352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79" y="397763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Trebuchet MS"/>
              </a:defRPr>
            </a:pPr>
            <a:r>
              <a:t>Smart Reports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79" y="4663439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Prometheus metrics</a:t>
            </a:r>
            <a:br/>
            <a:r>
              <a:t>Grafana dashboard</a:t>
            </a:r>
          </a:p>
        </p:txBody>
      </p:sp>
    </p:spTree>
  </p:cSld>
  <p:transition spd="med">
    <p:push dir="l"/>
  </p:transition>
  <p:timing>
    <p:tnLst>
      <p:seq concurrent="0">
        <p:cTn id="f944aaa7-78d9-472a-8b15-515737623eb1" dur="indefinite">
          <p:stCondLst>
            <p:cond delay="0"/>
          </p:stCondLst>
        </p:cTn>
        <p:childTnLst>
          <p:par>
            <p:cTn id="1d4617e7-0d06-44a8-80d3-6324e2c43ebe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120a588b-93e4-4ce9-acbb-ef6a98d57bd7" dur="500"/>
                  <p:tgtEl>
                    <p:spTgt spid="2"/>
                  </p:tgtEl>
                </p:cBhvr>
              </p:animEffect>
            </p:childTnLst>
          </p:par>
          <p:par>
            <p:cTn id="2f70eb1a-70e8-4999-81c4-f509de71abd4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74576502-3764-4a14-a5ad-9c83a6c52d00" dur="500"/>
                  <p:tgtEl>
                    <p:spTgt spid="3"/>
                  </p:tgtEl>
                </p:cBhvr>
              </p:animEffect>
            </p:childTnLst>
          </p:par>
          <p:par>
            <p:cTn id="d4d83922-be47-467c-b1ce-ff8d146253ce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785ea3fd-9013-43a4-bad4-6c3b1c5c6b57" dur="500"/>
                  <p:tgtEl>
                    <p:spTgt spid="4"/>
                  </p:tgtEl>
                </p:cBhvr>
              </p:animEffect>
            </p:childTnLst>
          </p:par>
          <p:par>
            <p:cTn id="415207e4-d704-4fd7-b814-7c2ce7ff6f4b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21f45b06-3480-426b-a0d7-2e4aea26869a" dur="500"/>
                  <p:tgtEl>
                    <p:spTgt spid="5"/>
                  </p:tgtEl>
                </p:cBhvr>
              </p:animEffect>
            </p:childTnLst>
          </p:par>
          <p:par>
            <p:cTn id="00854c5e-d6f1-4523-9449-d114098f3f45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889107d1-8099-473a-8141-486f842d08a7" dur="500"/>
                  <p:tgtEl>
                    <p:spTgt spid="6"/>
                  </p:tgtEl>
                </p:cBhvr>
              </p:animEffect>
            </p:childTnLst>
          </p:par>
          <p:par>
            <p:cTn id="716dd9dc-d82a-45c5-b840-c0a4ee78e0e1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691c61b4-69ac-4e8e-b7f7-5c36d90feec8" dur="500"/>
                  <p:tgtEl>
                    <p:spTgt spid="7"/>
                  </p:tgtEl>
                </p:cBhvr>
              </p:animEffect>
            </p:childTnLst>
          </p:par>
          <p:par>
            <p:cTn id="f0143a5e-a126-4b56-95e2-d76f930b8928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9c0e6b67-9bc9-4ce0-89b0-34a589e92798" dur="500"/>
                  <p:tgtEl>
                    <p:spTgt spid="8"/>
                  </p:tgtEl>
                </p:cBhvr>
              </p:animEffect>
            </p:childTnLst>
          </p:par>
          <p:par>
            <p:cTn id="172da43c-8f91-4428-a43a-595d0c075a0a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3857331b-06e1-4954-a096-c17bcb923762" dur="500"/>
                  <p:tgtEl>
                    <p:spTgt spid="9"/>
                  </p:tgtEl>
                </p:cBhvr>
              </p:animEffect>
            </p:childTnLst>
          </p:par>
          <p:par>
            <p:cTn id="3fe2a989-f9a0-4308-94fc-0819e92122b3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15e1d786-9f28-49cd-990b-b3fbb10f46a3" dur="500"/>
                  <p:tgtEl>
                    <p:spTgt spid="10"/>
                  </p:tgtEl>
                </p:cBhvr>
              </p:animEffect>
            </p:childTnLst>
          </p:par>
          <p:par>
            <p:cTn id="8cb841b0-ac55-4486-8622-5c22c4e7f812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0091a0ca-5294-445d-8d92-a046d8c6b053" dur="500"/>
                  <p:tgtEl>
                    <p:spTgt spid="11"/>
                  </p:tgtEl>
                </p:cBhvr>
              </p:animEffect>
            </p:childTnLst>
          </p:par>
          <p:par>
            <p:cTn id="3f827745-84b7-4f78-87c9-ffac6a97afe1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3352cdb0-3dcc-40eb-9e33-454bd86ccd83" dur="500"/>
                  <p:tgtEl>
                    <p:spTgt spid="12"/>
                  </p:tgtEl>
                </p:cBhvr>
              </p:animEffect>
            </p:childTnLst>
          </p:par>
          <p:par>
            <p:cTn id="3a8bb08f-2c94-45ef-bbd7-b78014a96929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1814e65a-34c8-4c64-b0bf-4e9c253fc6c1" dur="500"/>
                  <p:tgtEl>
                    <p:spTgt spid="13"/>
                  </p:tgtEl>
                </p:cBhvr>
              </p:animEffect>
            </p:childTnLst>
          </p:par>
          <p:par>
            <p:cTn id="0aa8ae80-7662-48db-b380-ed8b07e6feed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3a7ca51a-10f4-44be-867e-1b00b569f8e7" dur="500"/>
                  <p:tgtEl>
                    <p:spTgt spid="14"/>
                  </p:tgtEl>
                </p:cBhvr>
              </p:animEffect>
            </p:childTnLst>
          </p:par>
          <p:par>
            <p:cTn id="a189bd26-ae3d-421e-9cef-5d67ab4ab7fb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6dc200a6-a88e-4b56-8d2c-7cbc3e683d12" dur="500"/>
                  <p:tgtEl>
                    <p:spTgt spid="15"/>
                  </p:tgtEl>
                </p:cBhvr>
              </p:animEffect>
            </p:childTnLst>
          </p:par>
          <p:par>
            <p:cTn id="c17a9d6b-9c22-494c-b1dc-79ed0c5cd477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43a34804-ad10-48ea-a472-d34c22c7b3a0" dur="500"/>
                  <p:tgtEl>
                    <p:spTgt spid="16"/>
                  </p:tgtEl>
                </p:cBhvr>
              </p:animEffect>
            </p:childTnLst>
          </p:par>
          <p:par>
            <p:cTn id="08dcb098-284c-4e61-ad68-33893fdd4421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38520f1c-8158-427e-8c0a-f465a9810358" dur="500"/>
                  <p:tgtEl>
                    <p:spTgt spid="17"/>
                  </p:tgtEl>
                </p:cBhvr>
              </p:animEffect>
            </p:childTnLst>
          </p:par>
          <p:par>
            <p:cTn id="5500dfc5-fb92-4d80-b77f-d6951dfb5f82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552f46b8-974e-48ee-9853-bbf76fc9cb9c" dur="500"/>
                  <p:tgtEl>
                    <p:spTgt spid="18"/>
                  </p:tgtEl>
                </p:cBhvr>
              </p:animEffect>
            </p:childTnLst>
          </p:par>
          <p:par>
            <p:cTn id="fefa8250-d28e-43d5-aa78-88ecc342d5db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276c2552-e4fc-4f79-aeaa-31c99684171d" dur="500"/>
                  <p:tgtEl>
                    <p:spTgt spid="19"/>
                  </p:tgtEl>
                </p:cBhvr>
              </p:animEffect>
            </p:childTnLst>
          </p:par>
          <p:par>
            <p:cTn id="b5b6d551-f708-4f1a-b2d6-dc550acc66ab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c9ab8863-a48a-4db6-9d43-7dafa16e1fb1" dur="500"/>
                  <p:tgtEl>
                    <p:spTgt spid="20"/>
                  </p:tgtEl>
                </p:cBhvr>
              </p:animEffect>
            </p:childTnLst>
          </p:par>
          <p:par>
            <p:cTn id="5dc024d8-4996-45e1-82f6-dcf71efde947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3ff7d0ea-31fe-48eb-aeb9-296c2a02436e" dur="500"/>
                  <p:tgtEl>
                    <p:spTgt spid="21"/>
                  </p:tgtEl>
                </p:cBhvr>
              </p:animEffect>
            </p:childTnLst>
          </p:par>
        </p:childTnLst>
      </p:seq>
    </p:tnLst>
  </p:timing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Future Prospects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8/9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188720"/>
            <a:ext cx="347472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Short-term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945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E293B"/>
                </a:solidFill>
                <a:latin typeface="Calibri"/>
              </a:defRPr>
            </a:pPr>
            <a:r>
              <a:t>Improve multi-Agent</a:t>
            </a:r>
            <a:br/>
            <a:r>
              <a:t>Optimize RAG effect</a:t>
            </a:r>
            <a:br/>
            <a:r>
              <a:t>Expand template library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188720"/>
            <a:ext cx="347472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D948F"/>
                </a:solidFill>
                <a:latin typeface="Trebuchet MS"/>
              </a:defRPr>
            </a:pPr>
            <a:r>
              <a:t>Mid-term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945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E293B"/>
                </a:solidFill>
                <a:latin typeface="Calibri"/>
              </a:defRPr>
            </a:pPr>
            <a:r>
              <a:t>Mobile app launch</a:t>
            </a:r>
            <a:br/>
            <a:r>
              <a:t>More LLM integration</a:t>
            </a:r>
            <a:br/>
            <a:r>
              <a:t>Open API ecosystem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118872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A580C"/>
                </a:solidFill>
                <a:latin typeface="Trebuchet MS"/>
              </a:defRPr>
            </a:pPr>
            <a:r>
              <a:t>Long-term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21945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E293B"/>
                </a:solidFill>
                <a:latin typeface="Calibri"/>
              </a:defRPr>
            </a:pPr>
            <a:r>
              <a:t>Full-chain AI job platform</a:t>
            </a:r>
            <a:br/>
            <a:r>
              <a:t>From resume to onboarding</a:t>
            </a:r>
            <a:br/>
            <a:r>
              <a:t>Intelligent closed loop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Let everyone find their ideal job -- AI empowers the full recruitment process</a:t>
            </a:r>
          </a:p>
        </p:txBody>
      </p:sp>
    </p:spTree>
  </p:cSld>
  <p:transition spd="med">
    <p:cover dir="r"/>
  </p:transition>
  <p:timing>
    <p:tnLst>
      <p:seq concurrent="0">
        <p:cTn id="9a99daa3-0c85-45bd-bf47-eb4c7abef857" dur="indefinite">
          <p:stCondLst>
            <p:cond delay="0"/>
          </p:stCondLst>
        </p:cTn>
        <p:childTnLst>
          <p:par>
            <p:cTn id="4cb53a86-3863-45b1-854e-028bd7df21a3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73d09e0c-d3e8-4161-8113-6827def2e3f9" dur="500"/>
                  <p:tgtEl>
                    <p:spTgt spid="2"/>
                  </p:tgtEl>
                </p:cBhvr>
              </p:animEffect>
            </p:childTnLst>
          </p:par>
          <p:par>
            <p:cTn id="c7181ed4-8211-4ace-bb74-2bda1cc555ce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8b90daeb-3bc6-415f-b9f8-b5c3774c4d33" dur="500"/>
                  <p:tgtEl>
                    <p:spTgt spid="3"/>
                  </p:tgtEl>
                </p:cBhvr>
              </p:animEffect>
            </p:childTnLst>
          </p:par>
          <p:par>
            <p:cTn id="0124a98a-4a75-49ad-812e-c01b7f8b2535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09150f35-a257-4b57-bfc4-5cd15bebbecb" dur="500"/>
                  <p:tgtEl>
                    <p:spTgt spid="4"/>
                  </p:tgtEl>
                </p:cBhvr>
              </p:animEffect>
            </p:childTnLst>
          </p:par>
          <p:par>
            <p:cTn id="4f8cc07c-e7ed-4337-ba35-9a7181dfbb83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1fe0e0b7-0c2c-4218-8143-4c23dbcb47ba" dur="500"/>
                  <p:tgtEl>
                    <p:spTgt spid="5"/>
                  </p:tgtEl>
                </p:cBhvr>
              </p:animEffect>
            </p:childTnLst>
          </p:par>
          <p:par>
            <p:cTn id="19b94c71-3113-465c-9be6-c90387d361ed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056eeb6b-ebfa-42c7-8769-b7e03bce548d" dur="500"/>
                  <p:tgtEl>
                    <p:spTgt spid="6"/>
                  </p:tgtEl>
                </p:cBhvr>
              </p:animEffect>
            </p:childTnLst>
          </p:par>
          <p:par>
            <p:cTn id="5482a76b-1180-453d-9a22-fe0f278c4abc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3f27a452-b249-4f79-83cc-3a72c1b674fc" dur="500"/>
                  <p:tgtEl>
                    <p:spTgt spid="7"/>
                  </p:tgtEl>
                </p:cBhvr>
              </p:animEffect>
            </p:childTnLst>
          </p:par>
          <p:par>
            <p:cTn id="be5b84dd-549c-42fa-9d6d-e123af5688bf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02230bcd-2bb8-49d8-ae3c-3598fa43c821" dur="500"/>
                  <p:tgtEl>
                    <p:spTgt spid="8"/>
                  </p:tgtEl>
                </p:cBhvr>
              </p:animEffect>
            </p:childTnLst>
          </p:par>
          <p:par>
            <p:cTn id="33ea4823-2b2c-4e5b-8263-29a434938c93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99c86805-c8ad-4b1d-9bbc-6c5a68c1d950" dur="500"/>
                  <p:tgtEl>
                    <p:spTgt spid="9"/>
                  </p:tgtEl>
                </p:cBhvr>
              </p:animEffect>
            </p:childTnLst>
          </p:par>
          <p:par>
            <p:cTn id="dcb66c27-8071-4768-8672-4bbc540d0863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3757b425-57c5-4fa4-91ea-e2be058fa918" dur="500"/>
                  <p:tgtEl>
                    <p:spTgt spid="10"/>
                  </p:tgtEl>
                </p:cBhvr>
              </p:animEffect>
            </p:childTnLst>
          </p:par>
          <p:par>
            <p:cTn id="f23c8d6f-d531-47ec-af57-0592c0d74276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05b48aec-8332-463b-8d58-7aa3295618d7" dur="500"/>
                  <p:tgtEl>
                    <p:spTgt spid="11"/>
                  </p:tgtEl>
                </p:cBhvr>
              </p:animEffect>
            </p:childTnLst>
          </p:par>
          <p:par>
            <p:cTn id="d20849fa-fdec-48f7-a417-0108341c92d9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7024abc9-175f-4aeb-b40a-41aa9c5fd4f2" dur="500"/>
                  <p:tgtEl>
                    <p:spTgt spid="12"/>
                  </p:tgtEl>
                </p:cBhvr>
              </p:animEffect>
            </p:childTnLst>
          </p:par>
          <p:par>
            <p:cTn id="89c15998-1636-4bb2-8c46-25dcd767c712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26f36eb9-9333-4bca-a64e-8120abde2006" dur="500"/>
                  <p:tgtEl>
                    <p:spTgt spid="13"/>
                  </p:tgtEl>
                </p:cBhvr>
              </p:animEffect>
            </p:childTnLst>
          </p:par>
          <p:par>
            <p:cTn id="e7e29c12-edc7-4231-8147-1b3e525d179d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ef218558-cb45-4be9-94b8-9f333f532c82" dur="500"/>
                  <p:tgtEl>
                    <p:spTgt spid="14"/>
                  </p:tgtEl>
                </p:cBhvr>
              </p:animEffect>
            </p:childTnLst>
          </p:par>
          <p:par>
            <p:cTn id="508d6a19-536b-4b43-9e56-7d30f8ca7e87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30683f2e-67ea-4d31-9906-3cc0621a024b" dur="500"/>
                  <p:tgtEl>
                    <p:spTgt spid="15"/>
                  </p:tgtEl>
                </p:cBhvr>
              </p:animEffect>
            </p:childTnLst>
          </p:par>
          <p:par>
            <p:cTn id="d24cf615-a9e9-4fce-bae0-95333be37cce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d4931c66-40f0-4679-81c1-24205b075fca" dur="500"/>
                  <p:tgtEl>
                    <p:spTgt spid="16"/>
                  </p:tgtEl>
                </p:cBhvr>
              </p:animEffect>
            </p:childTnLst>
          </p:par>
          <p:par>
            <p:cTn id="8637a048-03cc-4add-8ddc-d54ef72306f5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4d2aa40b-37d7-4872-8e3f-3899089b1bcb" dur="500"/>
                  <p:tgtEl>
                    <p:spTgt spid="17"/>
                  </p:tgtEl>
                </p:cBhvr>
              </p:animEffect>
            </p:childTnLst>
          </p:par>
          <p:par>
            <p:cTn id="fa6025f5-5151-41aa-9050-c218052d2e38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57779b4e-25fa-45a3-b902-96bd99057c35" dur="500"/>
                  <p:tgtEl>
                    <p:spTgt spid="18"/>
                  </p:tgtEl>
                </p:cBhvr>
              </p:animEffect>
            </p:childTnLst>
          </p:par>
          <p:par>
            <p:cTn id="d86654ee-24d7-4208-8fe3-6e13596a0e05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0e07634d-e3d8-4163-84b1-8ba2b7ad4a5a" dur="500"/>
                  <p:tgtEl>
                    <p:spTgt spid="19"/>
                  </p:tgtEl>
                </p:cBhvr>
              </p:animEffect>
            </p:childTnLst>
          </p:par>
        </p:childTnLst>
      </p:seq>
    </p:tnLst>
  </p:timing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9/9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1828800"/>
            <a:ext cx="2133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284C7"/>
                </a:solidFill>
                <a:latin typeface="Trebuchet MS"/>
              </a:defRPr>
            </a:pPr>
            <a:r>
              <a:t>EasyApplyResume -- AI-powered Smart Job &amp; Management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Spring Boot . Spring AI . MyBatis-Plus . Redis . PostgreSQL . React .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shiningCloud2025 2026</a:t>
            </a:r>
          </a:p>
        </p:txBody>
      </p:sp>
    </p:spTree>
  </p:cSld>
  <p:transition spd="med">
    <p:dissolve/>
  </p:transition>
  <p:timing>
    <p:tnLst>
      <p:seq concurrent="0">
        <p:cTn id="59a114c0-cd56-4746-8ebe-bea47e08ee1a" dur="indefinite">
          <p:stCondLst>
            <p:cond delay="0"/>
          </p:stCondLst>
        </p:cTn>
        <p:childTnLst>
          <p:par>
            <p:cTn id="36de4e92-717a-4fb0-9564-f98e1f517cf5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1c314c28-0d45-453a-b648-e256604e363b" dur="500"/>
                  <p:tgtEl>
                    <p:spTgt spid="2"/>
                  </p:tgtEl>
                </p:cBhvr>
              </p:animEffect>
            </p:childTnLst>
          </p:par>
          <p:par>
            <p:cTn id="c6ad3588-0099-4bd2-80a8-4a5844cb6437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9b5a4db3-a85a-4d8e-b7ae-30f8d879fc5f" dur="500"/>
                  <p:tgtEl>
                    <p:spTgt spid="3"/>
                  </p:tgtEl>
                </p:cBhvr>
              </p:animEffect>
            </p:childTnLst>
          </p:par>
          <p:par>
            <p:cTn id="f4442649-15c8-44f7-ac20-7c22e0f6de0c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22e7ea40-0a19-4318-8195-90b05794fe50" dur="500"/>
                  <p:tgtEl>
                    <p:spTgt spid="4"/>
                  </p:tgtEl>
                </p:cBhvr>
              </p:animEffect>
            </p:childTnLst>
          </p:par>
          <p:par>
            <p:cTn id="ea1bba5f-2e1a-44b1-bdb3-c97881510157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eed2a066-ecc8-4e8a-8d4f-b01d853774f2" dur="500"/>
                  <p:tgtEl>
                    <p:spTgt spid="5"/>
                  </p:tgtEl>
                </p:cBhvr>
              </p:animEffect>
            </p:childTnLst>
          </p:par>
          <p:par>
            <p:cTn id="736bda0b-9980-4703-8906-51fbbf68351a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323bc49d-1601-4ea8-86be-0e15fa1043fd" dur="500"/>
                  <p:tgtEl>
                    <p:spTgt spid="6"/>
                  </p:tgtEl>
                </p:cBhvr>
              </p:animEffect>
            </p:childTnLst>
          </p:par>
          <p:par>
            <p:cTn id="b9e7c46b-a8a7-4769-92b3-2bc27aaebed1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cc0f2fdc-2a48-4722-92f2-131db921f220" dur="500"/>
                  <p:tgtEl>
                    <p:spTgt spid="7"/>
                  </p:tgtEl>
                </p:cBhvr>
              </p:animEffect>
            </p:childTnLst>
          </p:par>
        </p:childTnLst>
      </p:seq>
    </p:tnLst>
  </p:timing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