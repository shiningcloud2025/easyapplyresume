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AI 驱动的智能求职与管理平台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Problem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Resume Making Inefficient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Mass templates hard to choose</a:t>
            </a:r>
            <a:br/>
            <a:r>
              <a:t>Manual formatting time-consuming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4864" cy="219456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Info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Unfamiliar with enterprise needs</a:t>
            </a:r>
            <a:br/>
            <a:r>
              <a:t>Low JD-resume match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High Operation Burden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Mass data manual management</a:t>
            </a:r>
            <a:br/>
            <a:r>
              <a:t>Lack of intelligent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Lack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Generic templates not industry-fit</a:t>
            </a:r>
            <a:br/>
            <a:r>
              <a:t>Missing AI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Security Dual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MyBatis-Plus 3.5.7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Nacos Config Center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AI Multi-Model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Agent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RAG Retrieval Augmented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DashScope / Zhipu / 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Data &amp; 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MySQL + PostgreSQL / 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Redis Cache &amp; Messaging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MinIO / Qiniu 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Docker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LLM Call . Memory . Base 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Think -&gt; Act -&gt; Observe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Tool Registry .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Core Components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PgVector + Cloud KB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Tool Calling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Web Search . Terminal . File .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4864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Chat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38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MySQL Persist + In-Memory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41064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86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Security 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88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Sensitive Words . Auth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90872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Client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Multi-Protocol Integration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40679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3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Stream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88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SSE Real-Time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C-End . Resume AI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Smart Polish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AI analyzes &amp; optimizes</a:t>
            </a:r>
            <a:br/>
            <a:r>
              <a:t>Auto adjust wording &amp; layout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Custom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Target JD-based</a:t>
            </a:r>
            <a:br/>
            <a:r>
              <a:t>Specific modification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RAG Enhanced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Vector DB matching</a:t>
            </a:r>
            <a:br/>
            <a:r>
              <a:t>Precise industry knowledge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Tool Calling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 Search . PDF . Email .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Stream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SSE real-time response</a:t>
            </a:r>
            <a:br/>
            <a:r>
              <a:t>Typewriter effect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Eco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MinIO/Qiniu storage</a:t>
            </a:r>
            <a:br/>
            <a:r>
              <a:t>Multi-industry templates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B-End . System Manager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Register/Login . Permission .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Resume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Template CRUD . Enable/Disable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Written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Question CRUD . Category . 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FAQ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Question maintenance .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48072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User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Manual editing . Rich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Management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Smart Data Statistics &amp;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Automated Operation Suggestions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Anomaly Detection &amp;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Smart Q&amp;A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Content Auto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Batch Operation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Log Analysis &amp; Diagnosis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D-End . Data &amp; Monitoring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3035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Real-time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DAU/Total PV tracking</a:t>
            </a:r>
            <a:br/>
            <a:r>
              <a:t>Multi-dim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3035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Ad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Ad scheduling &amp; control</a:t>
            </a:r>
            <a:br/>
            <a:r>
              <a:t>Performance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3035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Server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SSH remote management</a:t>
            </a:r>
            <a:br/>
            <a:r>
              <a:t>Health check &amp; 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3035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Smart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Prometheus metrics</a:t>
            </a:r>
            <a:br/>
            <a:r>
              <a:t>Grafana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Future Prospects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Short-term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Improve multi-Agent</a:t>
            </a:r>
            <a:br/>
            <a:r>
              <a:t>Optimize RAG effect</a:t>
            </a:r>
            <a:br/>
            <a:r>
              <a:t>Expand template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Mid-term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Mobile app launch</a:t>
            </a:r>
            <a:br/>
            <a:r>
              <a:t>More LLM integration</a:t>
            </a:r>
            <a:br/>
            <a:r>
              <a:t>Open API ecosystem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Long-term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Full-chain AI job platform</a:t>
            </a:r>
            <a:br/>
            <a:r>
              <a:t>From resume to onboarding</a:t>
            </a:r>
            <a:br/>
            <a:r>
              <a:t>Intelligent closed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Let everyone find their ideal job -- AI empowers the full recruitment 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-- AI-powered Smart Job &amp;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