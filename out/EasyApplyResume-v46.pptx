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194560"/>
            <a:ext cx="39620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/>
              </a:defRPr>
            </a:pPr>
            <a:r>
              <a:t>学号：2206010629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41648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/>
              </a:defRPr>
            </a:pPr>
            <a:r>
              <a:t>班级：计算22-6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25696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/>
              </a:defRPr>
            </a:pPr>
            <a:r>
              <a:t>姓名：赵云翰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9744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/>
              </a:defRPr>
            </a:pPr>
            <a:r>
              <a:t>指导老师：高一萌老师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/>
              </a:defRPr>
            </a:pPr>
            <a:r>
              <a:t>开源项目地址：github.com/shiningCloud2025/EasyApplyResume（赵云翰本人开源，非他人开源）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280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系统总体架构图</a:t>
            </a:r>
          </a:p>
        </p:txBody>
      </p:sp>
      <p:sp>
        <p:nvSpPr>
          <p:cNvPr id="13" name="Oval 12"/>
          <p:cNvSpPr/>
          <p:nvPr/>
        </p:nvSpPr>
        <p:spPr>
          <a:xfrm>
            <a:off x="7498079" y="1280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280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2423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3566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66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D端 — 广告与监控端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484632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846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总结与展望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已解决的问题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OSS孤儿数据清理 / 逻辑删除updateById修复 / 细粒度权限控制优化 / 多数据源统一管理 / 流式响应性能优化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未解决的问题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大模型API并发能力受限 / 上下文记忆存储空间不足 / 自部署模型能力较弱 / 推理服务器成本较高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落地展望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高校市场(B端):赋能就业指导中心 / 个人用户(C端):AI简历优化+笔试模拟 / 招聘生态(D端):为HR提供评分等API接口,辅助筛选 / 智能简历初筛+人岗匹配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10/9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46304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学号：2206010629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69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班级：计算22-6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姓名：赵云翰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指导老师：高一萌老师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284C7"/>
                </a:solidFill>
                <a:latin typeface="Trebuchet MS"/>
              </a:defRPr>
            </a:pPr>
            <a:r>
              <a:t>开源项目地址：github.com/shiningCloud2025/EasyApplyResume（赵云翰本人开源，非他人开源）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