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73152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EA5E9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365760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Spring Boot 3.3 · Spring AI · MyBatis-Plus · Redis · PostgreSQL · Docker · React</a:t>
            </a:r>
          </a:p>
        </p:txBody>
      </p:sp>
    </p:spTree>
  </p:cSld>
  <p:clrMapOvr>
    <a:masterClrMapping/>
  </p:clrMapOvr>
  <p:transition spd="slow">
    <p:fade/>
  </p:transition>
  <p:timing>
    <p:tnLst>
      <p:seq concurrent="0">
        <p:cTn id="99a6b53f-46f2-44a0-95a5-b02f8232b225" dur="indefinite">
          <p:stCondLst>
            <p:cond delay="0"/>
          </p:stCondLst>
        </p:cTn>
        <p:childTnLst>
          <p:par>
            <p:cTn id="6300ac10-60b2-4128-a3c3-b8ff19a8ec8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scale">
                  <p:cTn id="e01d1734-1d3a-40ec-8999-2a9a4a9fab34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996abd17-0839-4340-9406-7bad5b58aa2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5409a1e-4683-443f-9775-6ce707c52876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481323d1-7583-4d97-8531-d2e7e09198b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355525c-31d9-4d26-ae90-3c42c83f5c96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21fdba5e-00ca-4bd4-b88b-cf5c6d9566e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>
                  <p:cTn id="a7ae1e7b-b9fc-4f49-b729-1645b21e214c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53a6b938-f23a-4cd2-b0f1-45fee92976e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f849b85-0d1e-4b83-ae42-6aec68224ffa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</p:childTn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🔍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2194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简历制作效率低下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754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用户在海量模板中难以选择</a:t>
            </a:r>
            <a:br/>
            <a:r>
              <a:t>手动排版耗时费力，格式不统一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18872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188720"/>
            <a:ext cx="54864" cy="2194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716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920240"/>
            <a:ext cx="4754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求职者不了解企业真实需求</a:t>
            </a:r>
            <a:br/>
            <a:r>
              <a:t>JD与简历匹配度低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19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运营管理负担重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59"/>
            <a:ext cx="4754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B端管理员需手动处理海量数据</a:t>
            </a:r>
            <a:br/>
            <a:r>
              <a:t>缺乏智能化运营工具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749039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4864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31919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缺乏个性化服务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59"/>
            <a:ext cx="4754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通用模板无法满足不同行业需求</a:t>
            </a:r>
            <a:br/>
            <a:r>
              <a:t>缺少 AI 辅助优化建议</a:t>
            </a:r>
          </a:p>
        </p:txBody>
      </p:sp>
    </p:spTree>
  </p:cSld>
  <p:clrMapOvr>
    <a:masterClrMapping/>
  </p:clrMapOvr>
  <p:transition spd="slow">
    <p:push dir="l"/>
  </p:transition>
  <p:timing>
    <p:tnLst>
      <p:seq concurrent="0">
        <p:cTn id="7120e660-6f17-46e0-86ba-5055aaea9376" dur="indefinite">
          <p:stCondLst>
            <p:cond delay="0"/>
          </p:stCondLst>
        </p:cTn>
        <p:childTnLst>
          <p:par>
            <p:cTn id="9d4a3709-5a77-4384-821b-95b13939bc8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ca278e2-38e7-4ba3-977e-37b70ec84d06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17df632d-a60e-4ddb-85fb-f4510c3ad6b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f93bbaf-e84f-4b2d-90be-d0c73a8247ec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589def16-ba4d-4948-b692-8ec8285c681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de31c0a-95e2-4da1-ae94-a38110090663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aa82105b-ff92-473f-a17d-d5cf3ebdccd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13c9700-c563-4744-9fc9-f027f4477cd8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4f4a0da5-08db-46da-8b61-8e04e8ea90e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0b7483a-8855-407a-964d-3b2fec2d0418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635af336-b0fd-4908-af04-0c4a770d7ad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d6883ab-4ff2-48fb-987a-02b486ecd5d4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8a1aacd5-f61d-44de-a4eb-03c49a5cfa7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c0a5e2f-992a-425c-9379-9a6a83a56c85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f03b9615-8f04-4ee1-a9e8-0a9d5ec06a6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7a3ec80-619b-4599-b6aa-ba8497983bfa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fc6d3841-566e-4cc7-a021-f35f10df95d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4c9412b-147e-4380-bfd7-ce7e855101c3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25c97337-7ed2-483e-ab60-c90bbc4793e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903e6d6-165d-4eb6-8198-2ac72173ff16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0cab1c26-adc5-4fc8-8885-47b3513ca08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5037373-70d6-4a80-9d64-ffddfd173118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34b16f6c-7af4-4e4b-a618-79098d83bad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0b4251b-a634-49d6-ad25-bcfadcde8bd7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823592e6-0df0-45e2-96e1-e7db937ee3f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250f1db-e660-4940-b5fd-12f3897e457a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504cd43b-df36-47e4-a9aa-62bdbf01c6c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030820c-1703-4600-be3d-6f30e2bcc9d6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16837bdb-3813-4e9e-bc66-5adaf07187b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2a7e2da-3508-4753-9e1e-33d7a277cdca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a2ac1405-4751-4106-a72e-7096774a0c9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c5707af-2258-46fa-a296-ba7b5e562610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0908f2db-3f56-4c14-a2e6-1e74b4824f4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894a22e-508b-4fb3-9bb6-e403cc2ac071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f31bee67-9045-433b-9134-adc6dc0dee5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34c6091-48bc-4261-8935-9c8a39107adb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b50b6f64-dec9-4833-8db5-3bc6d39aced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18f7094-2a46-48f2-8e8b-3c7743e1ac8a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e63163e5-b71a-42e4-b78f-03c156fd16f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205749c-f45c-47f4-a3d0-ea6f806e6e89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</p:childTnLst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🛠️ 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双链认证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 双数据源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02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配置中心 &amp; 服务发现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188720"/>
            <a:ext cx="347472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188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9202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933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多模型适配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4231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963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智能体架构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92608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992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检索增强生成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4290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502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智谱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188720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188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9202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933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PostgreSQL/PgVector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4231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963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缓存 &amp; 消息通知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92608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992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七牛云OSS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4290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502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容器化部署</a:t>
            </a:r>
          </a:p>
        </p:txBody>
      </p:sp>
    </p:spTree>
  </p:cSld>
  <p:clrMapOvr>
    <a:masterClrMapping/>
  </p:clrMapOvr>
  <p:transition spd="slow">
    <p:cover dir="r"/>
  </p:transition>
  <p:timing>
    <p:tnLst>
      <p:seq concurrent="0">
        <p:cTn id="4e03600a-fcaa-4269-9967-9f14cea52a83" dur="indefinite">
          <p:stCondLst>
            <p:cond delay="0"/>
          </p:stCondLst>
        </p:cTn>
        <p:childTnLst>
          <p:par>
            <p:cTn id="b3b20fd9-880a-4dd4-b64d-364285083e4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69e5efb-2851-4e88-b6eb-df163c08dbe6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796af228-c215-4921-af3b-10e84b7a884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4343f7f-db15-40d8-a591-89c429b6cde3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cb07cd33-b274-4dff-b912-acff10d2f9c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ebb4f5c-b88f-4cd9-9842-09becd15a1ff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ca564315-cc89-4cc5-a39e-16cb741038e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2ca02bb-254c-4b99-97c4-aaf0b91f5d80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a37a6d62-ad98-4187-90e0-725067854bf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e7dd942-03d5-4467-954a-8c4ebda4ddad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060949c2-0b38-4b1d-9dda-87cf7ab4d09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139ccbf-eaf1-4d4f-a4ca-676b5649c708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a1447a80-22c3-48b9-a8f7-f31343530fd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a1373f9-6abc-4d4a-8352-6ec02f4aad8f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39e010d6-91b7-4c80-9810-a7b23a53d90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419fce3-b906-415f-a181-7531f59a20d4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93b9e5dc-8e29-4184-a0c3-ffc3bae8479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c824778-8f09-4cd5-a8f7-f4a0c7ce8b82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19c9302c-59cc-4994-a856-45792370831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4be09cd-8db2-4932-953d-033ad1b6738a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2ad7c6d3-61ff-4031-90a4-2d6913680ce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b33163a-7bd1-44af-bd44-ae1698927440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3d32d6ca-8654-4420-9681-2bdd695c16d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832ddcf-f3f4-40a9-9a18-bac0b9543720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2ec9a967-424b-472b-b88d-4bec094298a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865f040-1bcc-4436-9b32-65ee53dc6901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3dc8d6c8-280f-4f9b-b6ac-54ca340be9c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448dfae-f192-4c7d-8dd7-fcb1656ba853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527be65b-216d-4c56-840d-9f444f3bd09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3f02872-2ab6-4aa4-967c-721a58215cdf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911a5101-d13c-47bc-b626-b5e5802a178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d038d0b-c20e-4eb8-9f84-5d77dd6f7f22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b5dddaf7-0ca5-4443-9944-bcd67b5e191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cfc4ef3-44aa-45ca-b9e6-e1071eb15f95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bbcf5595-b142-4756-9d44-7c8eacc5267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4e7ae2d-03d0-44c3-8120-ccb3b195d498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b33d4526-0d5b-40aa-b5fc-e30d1ac8998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aaa208e-cc7b-476b-bb67-0d31a91ef972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5091b60f-2c96-4cb1-a2dd-367cc03ca02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4bb47f4-df93-44f0-b9a3-6a51ac17e3d2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  <p:par>
            <p:cTn id="a778f7d6-40c6-49bd-b097-1be81cd14ea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dc0b72d-3456-4da8-bc30-4f8273463593" dur="500" fill="hold">
                    <p:stCondLst>
                      <p:cond delay="0"/>
                    </p:stCondLst>
                  </p:cTn>
                  <p:tgtEl>
                    <p:spTgt spid="22"/>
                  </p:tgtEl>
                </p:cBhvr>
              </p:anim>
            </p:childTnLst>
          </p:par>
          <p:par>
            <p:cTn id="bb8b5b56-bb1e-472e-aa19-26b5318ebbe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a181730-f1de-4109-9828-878d04638434" dur="500" fill="hold">
                    <p:stCondLst>
                      <p:cond delay="0"/>
                    </p:stCondLst>
                  </p:cTn>
                  <p:tgtEl>
                    <p:spTgt spid="23"/>
                  </p:tgtEl>
                </p:cBhvr>
              </p:anim>
            </p:childTnLst>
          </p:par>
          <p:par>
            <p:cTn id="04e38071-213b-4f5a-9b27-1b3d444f79e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b48dde2-695b-43a1-960c-8174b4194b85" dur="500" fill="hold">
                    <p:stCondLst>
                      <p:cond delay="0"/>
                    </p:stCondLst>
                  </p:cTn>
                  <p:tgtEl>
                    <p:spTgt spid="24"/>
                  </p:tgtEl>
                </p:cBhvr>
              </p:anim>
            </p:childTnLst>
          </p:par>
          <p:par>
            <p:cTn id="b886cb5f-e400-4adf-ad4f-d57031a5845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1e76b24-accc-4028-91b5-0ba73ac89f55" dur="500" fill="hold">
                    <p:stCondLst>
                      <p:cond delay="0"/>
                    </p:stCondLst>
                  </p:cTn>
                  <p:tgtEl>
                    <p:spTgt spid="25"/>
                  </p:tgtEl>
                </p:cBhvr>
              </p:anim>
            </p:childTnLst>
          </p:par>
          <p:par>
            <p:cTn id="236de32c-3faa-4766-8435-c784b95b62e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65fcc14-eaff-4c42-85a4-196fe20cf816" dur="500" fill="hold">
                    <p:stCondLst>
                      <p:cond delay="0"/>
                    </p:stCondLst>
                  </p:cTn>
                  <p:tgtEl>
                    <p:spTgt spid="26"/>
                  </p:tgtEl>
                </p:cBhvr>
              </p:anim>
            </p:childTnLst>
          </p:par>
          <p:par>
            <p:cTn id="7fe4d5a1-5949-45a0-aa52-6e008bcf5bc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331ebdf-9750-4550-8ec5-5e3a965b3352" dur="500" fill="hold">
                    <p:stCondLst>
                      <p:cond delay="0"/>
                    </p:stCondLst>
                  </p:cTn>
                  <p:tgtEl>
                    <p:spTgt spid="27"/>
                  </p:tgtEl>
                </p:cBhvr>
              </p:anim>
            </p:childTnLst>
          </p:par>
          <p:par>
            <p:cTn id="8efcec42-886b-4056-98c4-79da4744fa6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1cb5e7b-b0a4-4eb3-8d5a-1d866264e880" dur="500" fill="hold">
                    <p:stCondLst>
                      <p:cond delay="0"/>
                    </p:stCondLst>
                  </p:cTn>
                  <p:tgtEl>
                    <p:spTgt spid="28"/>
                  </p:tgtEl>
                </p:cBhvr>
              </p:anim>
            </p:childTnLst>
          </p:par>
          <p:par>
            <p:cTn id="35b0bf16-abc6-4ce6-beaa-cc870facd70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808d579-bf6c-4b45-b536-6ebf7c502c15" dur="500" fill="hold">
                    <p:stCondLst>
                      <p:cond delay="0"/>
                    </p:stCondLst>
                  </p:cTn>
                  <p:tgtEl>
                    <p:spTgt spid="29"/>
                  </p:tgtEl>
                </p:cBhvr>
              </p:anim>
            </p:childTnLst>
          </p:par>
          <p:par>
            <p:cTn id="1bdfe3f5-63f0-457a-bd40-641d1b0c94d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0ad4be6-4090-4f0b-b222-18bbd6dc1296" dur="500" fill="hold">
                    <p:stCondLst>
                      <p:cond delay="0"/>
                    </p:stCondLst>
                  </p:cTn>
                  <p:tgtEl>
                    <p:spTgt spid="30"/>
                  </p:tgtEl>
                </p:cBhvr>
              </p:anim>
            </p:childTnLst>
          </p:par>
          <p:par>
            <p:cTn id="61814ceb-43c8-4160-ba12-abf5f6fa22e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dfd52f5-5c64-46f8-9b9f-be10f3e51cd2" dur="500" fill="hold">
                    <p:stCondLst>
                      <p:cond delay="0"/>
                    </p:stCondLst>
                  </p:cTn>
                  <p:tgtEl>
                    <p:spTgt spid="31"/>
                  </p:tgtEl>
                </p:cBhvr>
              </p:anim>
            </p:childTnLst>
          </p:par>
          <p:par>
            <p:cTn id="16f6ad30-2b0d-43fa-bf52-6c7ff71cce0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ab6069b-6fae-4f7d-9a8e-ebd4efe52236" dur="500" fill="hold">
                    <p:stCondLst>
                      <p:cond delay="0"/>
                    </p:stCondLst>
                  </p:cTn>
                  <p:tgtEl>
                    <p:spTgt spid="32"/>
                  </p:tgtEl>
                </p:cBhvr>
              </p:anim>
            </p:childTnLst>
          </p:par>
          <p:par>
            <p:cTn id="77ed4009-a2bb-4f96-92fa-7d441ac45fb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1ea92a8-98c7-4456-b407-5c12c528c02e" dur="500" fill="hold">
                    <p:stCondLst>
                      <p:cond delay="0"/>
                    </p:stCondLst>
                  </p:cTn>
                  <p:tgtEl>
                    <p:spTgt spid="33"/>
                  </p:tgtEl>
                </p:cBhvr>
              </p:anim>
            </p:childTnLst>
          </p:par>
          <p:par>
            <p:cTn id="75330fe7-79c2-4441-9aae-76533efa797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f4c3c72-0a1b-4472-a080-cb1b72e97cb8" dur="500" fill="hold">
                    <p:stCondLst>
                      <p:cond delay="0"/>
                    </p:stCondLst>
                  </p:cTn>
                  <p:tgtEl>
                    <p:spTgt spid="34"/>
                  </p:tgtEl>
                </p:cBhvr>
              </p:anim>
            </p:childTnLst>
          </p:par>
          <p:par>
            <p:cTn id="d49a2288-0dc4-4e60-9183-44dfb871172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56b0cfc-9c66-4890-9c94-3688683e91b4" dur="500" fill="hold">
                    <p:stCondLst>
                      <p:cond delay="0"/>
                    </p:stCondLst>
                  </p:cTn>
                  <p:tgtEl>
                    <p:spTgt spid="35"/>
                  </p:tgtEl>
                </p:cBhvr>
              </p:anim>
            </p:childTnLst>
          </p:par>
        </p:childTnLst>
      </p:seq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🧠 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LLM调用 · 记忆管理 · 基础抽象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54864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4B8A6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思考-行动-观察循环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6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3736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737360"/>
            <a:ext cx="5486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PgVector + 云知识库检索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8716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87168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532888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807208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Web搜索·终端·文件·邮件·PDF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3697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36976"/>
            <a:ext cx="5486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82696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对话记忆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57016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MySQL持久化 + 内存缓存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86783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86783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032503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安全过滤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306823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敏感词检测 · 权限控制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73659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736592"/>
            <a:ext cx="5486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8231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MCP 客户端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5663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8640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8640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5321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3A5F"/>
                </a:solidFill>
                <a:latin typeface="Trebuchet MS"/>
              </a:defRPr>
            </a:pPr>
            <a:r>
              <a:t>流式输出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8064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SSE 实时对话响应</a:t>
            </a:r>
          </a:p>
        </p:txBody>
      </p:sp>
    </p:spTree>
  </p:cSld>
  <p:clrMapOvr>
    <a:masterClrMapping/>
  </p:clrMapOvr>
  <p:transition spd="slow">
    <p:wipe dir="l"/>
  </p:transition>
  <p:timing>
    <p:tnLst>
      <p:seq concurrent="0">
        <p:cTn id="f1358734-8e34-45df-89a5-e591da4feba3" dur="indefinite">
          <p:stCondLst>
            <p:cond delay="0"/>
          </p:stCondLst>
        </p:cTn>
        <p:childTnLst>
          <p:par>
            <p:cTn id="4c248e69-efd7-435e-b5b9-1a5cdbabd66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3995795-e99e-477c-b28a-c2dab6fe3606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f6c1a535-06c2-49d6-ad17-80d886d893c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a683a58-0718-476a-975a-6880d74251e9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5d1e3517-6b31-44b1-9604-3c668afc33d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72aabbd-05eb-42e7-9c65-1135b7022524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285224d2-a583-4a77-96bc-a960a906007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5324f35-bee0-46d6-b424-fa09fd70dc15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f9f54b09-dbf0-4706-bf0e-aeab866b308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a51478b-e1d4-4d3d-89e8-e18911b775ed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43fa3a8c-e96d-46cc-a294-8bda6f3e922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ce77f85-c8d2-4e4d-9f0c-67e49c04633e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8f895dc3-bc97-4cbb-bed7-46f34af6ec2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2feb4cc-fc1e-445a-9471-d66e02e2c322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16dda161-faf8-438d-8773-72bde4d1ff4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f44cb7d-98eb-4526-b2f5-c258a3e7b10a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ed074d0e-6085-43f1-aebc-baa22fb6126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20025db-9c95-4804-8a2f-b02db7850499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de1dbd6c-2524-4bc4-a89a-11c959d408c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3fa1d2e-2e72-4929-a42e-313f7d0819db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fdc39959-63d3-4f81-a3b0-9ba7e21d770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7f348d6-aecc-4771-a765-5d27636cc622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2f009354-1e4d-49ce-9030-300977ab31d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439c8a7-60c9-4b6e-a9f4-132d7dce9b16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5a905f04-5dba-40d0-a743-58aff0e39c8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5bb891d-cf53-4a0d-861e-2333ec7095ea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ffa50a8f-6081-44cb-9c22-bbd5db3d20c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7a3ef68-3000-484c-918e-eead878a1b1b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6cde21c0-06d1-4f14-ac42-8db1d2d23c5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69ffc75-0213-41ea-831d-5bab77448924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31b6a1dc-2ea3-4eb9-9f8e-6682871df89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4406b39-cb89-41c3-99b3-781e61716cba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68a42563-44c4-486c-9ea0-0b939711a3f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4d47cdf-27ec-4636-8bae-0aa295cb8c76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1e216a60-b738-494f-add9-d9c1587d4cb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c82d73b-d4b7-4027-b5b7-8d7d8134ef21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23fc4526-fda2-44a1-88ce-ace4f052b70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676f868-62fb-464b-be13-35ec6fed69cc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0277413b-67a5-4c06-882b-5d3bcc76972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1003a22-4387-4cc3-8c55-7a6c31a8b743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  <p:par>
            <p:cTn id="c9953189-784b-44ba-b75f-52acf0f1959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1094824-6e56-42de-a671-c23ce7d07257" dur="500" fill="hold">
                    <p:stCondLst>
                      <p:cond delay="0"/>
                    </p:stCondLst>
                  </p:cTn>
                  <p:tgtEl>
                    <p:spTgt spid="22"/>
                  </p:tgtEl>
                </p:cBhvr>
              </p:anim>
            </p:childTnLst>
          </p:par>
          <p:par>
            <p:cTn id="bac97522-1b63-4aeb-ade7-601d6c8b416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bb3aca0-06c2-4248-8b29-7456d2dcde9c" dur="500" fill="hold">
                    <p:stCondLst>
                      <p:cond delay="0"/>
                    </p:stCondLst>
                  </p:cTn>
                  <p:tgtEl>
                    <p:spTgt spid="23"/>
                  </p:tgtEl>
                </p:cBhvr>
              </p:anim>
            </p:childTnLst>
          </p:par>
          <p:par>
            <p:cTn id="c6110b5b-5e05-4486-8674-65b27d70497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847d5a0-3253-4938-98da-b3b09b97720e" dur="500" fill="hold">
                    <p:stCondLst>
                      <p:cond delay="0"/>
                    </p:stCondLst>
                  </p:cTn>
                  <p:tgtEl>
                    <p:spTgt spid="24"/>
                  </p:tgtEl>
                </p:cBhvr>
              </p:anim>
            </p:childTnLst>
          </p:par>
          <p:par>
            <p:cTn id="e328f9ad-923e-4a27-97ce-0863a4be8fc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ed79ee9-5545-49f4-b787-89e3a7a08826" dur="500" fill="hold">
                    <p:stCondLst>
                      <p:cond delay="0"/>
                    </p:stCondLst>
                  </p:cTn>
                  <p:tgtEl>
                    <p:spTgt spid="25"/>
                  </p:tgtEl>
                </p:cBhvr>
              </p:anim>
            </p:childTnLst>
          </p:par>
          <p:par>
            <p:cTn id="d0782cff-5a95-45d4-b89c-4b912012ed8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916cde6-b2af-45f1-8726-dc3f3eb6ba73" dur="500" fill="hold">
                    <p:stCondLst>
                      <p:cond delay="0"/>
                    </p:stCondLst>
                  </p:cTn>
                  <p:tgtEl>
                    <p:spTgt spid="26"/>
                  </p:tgtEl>
                </p:cBhvr>
              </p:anim>
            </p:childTnLst>
          </p:par>
          <p:par>
            <p:cTn id="6dd65894-671e-4836-8397-a446e909ffa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d35e9f1-b067-40c9-9b9d-2229f9b74780" dur="500" fill="hold">
                    <p:stCondLst>
                      <p:cond delay="0"/>
                    </p:stCondLst>
                  </p:cTn>
                  <p:tgtEl>
                    <p:spTgt spid="27"/>
                  </p:tgtEl>
                </p:cBhvr>
              </p:anim>
            </p:childTnLst>
          </p:par>
          <p:par>
            <p:cTn id="85d651f6-9f7e-4f8e-aa8d-7b94d74c1db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5c0d14f-0ee6-4889-aef1-57fe3ef4e3b8" dur="500" fill="hold">
                    <p:stCondLst>
                      <p:cond delay="0"/>
                    </p:stCondLst>
                  </p:cTn>
                  <p:tgtEl>
                    <p:spTgt spid="28"/>
                  </p:tgtEl>
                </p:cBhvr>
              </p:anim>
            </p:childTnLst>
          </p:par>
          <p:par>
            <p:cTn id="c929e57f-4c95-461c-8ee3-8b0e694a289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0a221d5-3458-4b65-b110-92f1e417fce2" dur="500" fill="hold">
                    <p:stCondLst>
                      <p:cond delay="0"/>
                    </p:stCondLst>
                  </p:cTn>
                  <p:tgtEl>
                    <p:spTgt spid="29"/>
                  </p:tgtEl>
                </p:cBhvr>
              </p:anim>
            </p:childTnLst>
          </p:par>
          <p:par>
            <p:cTn id="b216452c-93e7-47f5-80da-4a174e9e0f6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af3e788-23d8-4ff1-a061-d07eb0df617c" dur="500" fill="hold">
                    <p:stCondLst>
                      <p:cond delay="0"/>
                    </p:stCondLst>
                  </p:cTn>
                  <p:tgtEl>
                    <p:spTgt spid="30"/>
                  </p:tgtEl>
                </p:cBhvr>
              </p:anim>
            </p:childTnLst>
          </p:par>
          <p:par>
            <p:cTn id="f8bf6590-4c7a-4dc7-b8b1-0923f0de4d3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5db66a3-23cd-49f0-85a5-30706dbf3a18" dur="500" fill="hold">
                    <p:stCondLst>
                      <p:cond delay="0"/>
                    </p:stCondLst>
                  </p:cTn>
                  <p:tgtEl>
                    <p:spTgt spid="31"/>
                  </p:tgtEl>
                </p:cBhvr>
              </p:anim>
            </p:childTnLst>
          </p:par>
          <p:par>
            <p:cTn id="89a3dcf6-3a3b-49de-aa53-75227b04639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2e0db17-4cbf-442d-af36-dfb8f18a9024" dur="500" fill="hold">
                    <p:stCondLst>
                      <p:cond delay="0"/>
                    </p:stCondLst>
                  </p:cTn>
                  <p:tgtEl>
                    <p:spTgt spid="32"/>
                  </p:tgtEl>
                </p:cBhvr>
              </p:anim>
            </p:childTnLst>
          </p:par>
          <p:par>
            <p:cTn id="2980eea6-eddd-42e4-a634-8a8775003be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51da41b-c30e-4cf5-aff7-f1554fe6bfdd" dur="500" fill="hold">
                    <p:stCondLst>
                      <p:cond delay="0"/>
                    </p:stCondLst>
                  </p:cTn>
                  <p:tgtEl>
                    <p:spTgt spid="33"/>
                  </p:tgtEl>
                </p:cBhvr>
              </p:anim>
            </p:childTnLst>
          </p:par>
          <p:par>
            <p:cTn id="16344e5a-3af3-4629-8494-5177c8a6369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18248bc-6f59-4d12-bf7b-20ee7cd6b854" dur="500" fill="hold">
                    <p:stCondLst>
                      <p:cond delay="0"/>
                    </p:stCondLst>
                  </p:cTn>
                  <p:tgtEl>
                    <p:spTgt spid="34"/>
                  </p:tgtEl>
                </p:cBhvr>
              </p:anim>
            </p:childTnLst>
          </p:par>
          <p:par>
            <p:cTn id="53be26ee-f94d-46a8-ba7a-eb2d679c819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6c475b1-37bd-4f30-b0e6-3cb20a7d6b51" dur="500" fill="hold">
                    <p:stCondLst>
                      <p:cond delay="0"/>
                    </p:stCondLst>
                  </p:cTn>
                  <p:tgtEl>
                    <p:spTgt spid="35"/>
                  </p:tgtEl>
                </p:cBhvr>
              </p:anim>
            </p:childTnLst>
          </p:par>
          <p:par>
            <p:cTn id="259958e5-cc9b-45a6-abcb-5389de8fcc7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433a2d5-5577-4af0-948b-eacf02b826ae" dur="500" fill="hold">
                    <p:stCondLst>
                      <p:cond delay="0"/>
                    </p:stCondLst>
                  </p:cTn>
                  <p:tgtEl>
                    <p:spTgt spid="36"/>
                  </p:tgtEl>
                </p:cBhvr>
              </p:anim>
            </p:childTnLst>
          </p:par>
          <p:par>
            <p:cTn id="c604812e-a028-424b-a07f-36974e65671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e0a4baf-fb87-431a-a0d8-f5a8d8701921" dur="500" fill="hold">
                    <p:stCondLst>
                      <p:cond delay="0"/>
                    </p:stCondLst>
                  </p:cTn>
                  <p:tgtEl>
                    <p:spTgt spid="37"/>
                  </p:tgtEl>
                </p:cBhvr>
              </p:anim>
            </p:childTnLst>
          </p:par>
          <p:par>
            <p:cTn id="1f9c18e5-b200-4e19-b4ac-3082fe50aa8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c38519d-92ae-4a60-951c-9d186c5a1c7b" dur="500" fill="hold">
                    <p:stCondLst>
                      <p:cond delay="0"/>
                    </p:stCondLst>
                  </p:cTn>
                  <p:tgtEl>
                    <p:spTgt spid="38"/>
                  </p:tgtEl>
                </p:cBhvr>
              </p:anim>
            </p:childTnLst>
          </p:par>
          <p:par>
            <p:cTn id="2a0301cf-a60f-4985-a357-4df67a59f58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5fa645b-03ca-4997-a709-21ebbdfa5be1" dur="500" fill="hold">
                    <p:stCondLst>
                      <p:cond delay="0"/>
                    </p:stCondLst>
                  </p:cTn>
                  <p:tgtEl>
                    <p:spTgt spid="39"/>
                  </p:tgtEl>
                </p:cBhvr>
              </p:anim>
            </p:childTnLst>
          </p:par>
          <p:par>
            <p:cTn id="969c57e4-969b-49b1-944e-794ba4a6631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3a7dd29-ebee-4002-9e4f-c3e567b8403c" dur="500" fill="hold">
                    <p:stCondLst>
                      <p:cond delay="0"/>
                    </p:stCondLst>
                  </p:cTn>
                  <p:tgtEl>
                    <p:spTgt spid="40"/>
                  </p:tgtEl>
                </p:cBhvr>
              </p:anim>
            </p:childTnLst>
          </p:par>
          <p:par>
            <p:cTn id="8ecd6c24-262b-4d57-8fcf-9767c1ebac1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cdf1da5-7cf0-47ea-9906-cfae1ec1a5ea" dur="500" fill="hold">
                    <p:stCondLst>
                      <p:cond delay="0"/>
                    </p:stCondLst>
                  </p:cTn>
                  <p:tgtEl>
                    <p:spTgt spid="41"/>
                  </p:tgtEl>
                </p:cBhvr>
              </p:anim>
            </p:childTnLst>
          </p:par>
          <p:par>
            <p:cTn id="35f20f85-3698-4436-972b-68b023188f4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fb57d51-03e7-4890-a0cf-ef03f108484a" dur="500" fill="hold">
                    <p:stCondLst>
                      <p:cond delay="0"/>
                    </p:stCondLst>
                  </p:cTn>
                  <p:tgtEl>
                    <p:spTgt spid="42"/>
                  </p:tgtEl>
                </p:cBhvr>
              </p:anim>
            </p:childTnLst>
          </p:par>
          <p:par>
            <p:cTn id="f44c8d18-395d-447e-b83c-9519e3d0235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1653f0f-52ef-454c-aab8-d180f8032c14" dur="500" fill="hold">
                    <p:stCondLst>
                      <p:cond delay="0"/>
                    </p:stCondLst>
                  </p:cTn>
                  <p:tgtEl>
                    <p:spTgt spid="43"/>
                  </p:tgtEl>
                </p:cBhvr>
              </p:anim>
            </p:childTnLst>
          </p:par>
          <p:par>
            <p:cTn id="d3046591-3b8a-4355-9da3-11d606a4152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866990f-e86e-49e8-ac23-fc2dcc869252" dur="500" fill="hold">
                    <p:stCondLst>
                      <p:cond delay="0"/>
                    </p:stCondLst>
                  </p:cTn>
                  <p:tgtEl>
                    <p:spTgt spid="44"/>
                  </p:tgtEl>
                </p:cBhvr>
              </p:anim>
            </p:childTnLst>
          </p:par>
        </p:childTnLst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📝 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智能简历润色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AI分析简历内容</a:t>
            </a:r>
            <a:br/>
            <a:r>
              <a:t>自动优化措辞与排版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4747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4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定制化建议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根据目标JD提供</a:t>
            </a:r>
            <a:br/>
            <a:r>
              <a:t>针对性修改建议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RAG增强检索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向量数据库知识库</a:t>
            </a:r>
            <a:br/>
            <a:r>
              <a:t>精准匹配行业需求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工具调用能力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Web搜索·PDF生成</a:t>
            </a:r>
            <a:br/>
            <a:r>
              <a:t>邮件发送·文件操作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8404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148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流式对话体验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SSE实时响应</a:t>
            </a:r>
            <a:br/>
            <a:r>
              <a:t>打字机效果呈现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1148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生态服务集成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8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MinIO/七牛云存储</a:t>
            </a:r>
            <a:br/>
            <a:r>
              <a:t>多行业模板支持</a:t>
            </a:r>
          </a:p>
        </p:txBody>
      </p:sp>
    </p:spTree>
  </p:cSld>
  <p:clrMapOvr>
    <a:masterClrMapping/>
  </p:clrMapOvr>
  <p:transition spd="slow">
    <p:uncover dir="d"/>
  </p:transition>
  <p:timing>
    <p:tnLst>
      <p:seq concurrent="0">
        <p:cTn id="7f0e50fc-9b51-488f-9725-b2899c5d4680" dur="indefinite">
          <p:stCondLst>
            <p:cond delay="0"/>
          </p:stCondLst>
        </p:cTn>
        <p:childTnLst>
          <p:par>
            <p:cTn id="4a2aee18-1bce-47bd-bef5-6b568a65165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14670ae-8e22-4826-b153-b6e2c84eee5b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9b01b221-818b-4afb-8a6f-08a7ffd9aee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b0ff9e1-eba0-4a59-9978-3830a03ac5aa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df91d152-0b3f-43e7-a8cb-2aa47d57935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17088ad-a4ba-4d91-8648-2655a5042a4b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ad47937c-125d-4c74-9010-f79d279c2df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29dc6f7-5460-4d3a-b656-f14b8e900c81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f1e65bb7-3b5c-42c4-9875-0b49fe73185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184db3f-6191-4a18-bce4-71be73aab6c0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19fb1b48-69e6-42fe-a238-50b0fcfa649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cc503b4-ca64-4ce4-b439-9da394e5a1d8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7b765dd2-551c-4ea5-b063-23726b3890f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34407c0-ab4f-4053-bba9-118e50bd3d14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007f04bf-4433-4eb8-b6c4-ee103fb37ec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7540c6f-570b-43fd-95d0-8edfbd3e0f72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a06f8864-5d80-49d7-9860-3d5053b93ac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1f2a092-ff8f-4a63-aa63-bd34cf597a9a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d1446f6a-94d4-4e89-8ab1-04b3b202038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50b786c-4e02-4670-97da-fcb1fca7cbc5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cb2a481a-7d33-4a29-a373-a8c9a859ca8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b52a9bc-e126-4aae-8116-38365cd367ab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6d4dce0b-4e4b-49aa-b633-65b22c2f411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c8b61a4-927a-4a51-875a-97ac61ab5f98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5b7bf438-a9d6-4a21-932d-e9bad2af3d1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b9ed2d9-1d3e-4c1b-abe6-672862ba3027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74d2e5af-edb3-4fa1-8a54-a5662d54215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e321dd7-10bb-42da-b4c1-4ef733ae93dd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06885f12-5b27-4d9b-8b45-63bfb388813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a29bbd4-c219-4075-b353-a18f4254e404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e2ee0070-497a-4c15-aa2e-ae87b4a2e2e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8b3d402-4bda-491e-81d6-56700df999b5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a8517159-e39c-4374-b2f1-b58526c6fd0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3bf1ebd-c395-42dd-822d-18ad7e3f7ab3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6a96c176-6192-4234-b51f-ff7b5df1d92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57298a8-963d-4910-8639-a800cb3a55d6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2ca6384b-ed21-4619-8e7c-37f43899e47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b1f7db8-d25c-4ba0-875e-f6a91306ad9b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dfd9a3db-14ab-46f5-9000-91e276675df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5e1f4e0-5d0b-4ba1-9f2b-1d062a00738e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  <p:par>
            <p:cTn id="86005174-eb2e-4fec-a808-fd2a6c64104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601dd45-303f-400a-b71d-00fc9910469a" dur="500" fill="hold">
                    <p:stCondLst>
                      <p:cond delay="0"/>
                    </p:stCondLst>
                  </p:cTn>
                  <p:tgtEl>
                    <p:spTgt spid="22"/>
                  </p:tgtEl>
                </p:cBhvr>
              </p:anim>
            </p:childTnLst>
          </p:par>
          <p:par>
            <p:cTn id="4383e19f-1377-4ba9-a218-f587ea914fb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986419d-a8a4-4689-abf2-fbcf60f0e3c7" dur="500" fill="hold">
                    <p:stCondLst>
                      <p:cond delay="0"/>
                    </p:stCondLst>
                  </p:cTn>
                  <p:tgtEl>
                    <p:spTgt spid="23"/>
                  </p:tgtEl>
                </p:cBhvr>
              </p:anim>
            </p:childTnLst>
          </p:par>
          <p:par>
            <p:cTn id="a7f9696d-0537-433d-9f62-73cb73b72ca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94d8bf3-a823-4f6b-bd7d-1974a42db52d" dur="500" fill="hold">
                    <p:stCondLst>
                      <p:cond delay="0"/>
                    </p:stCondLst>
                  </p:cTn>
                  <p:tgtEl>
                    <p:spTgt spid="24"/>
                  </p:tgtEl>
                </p:cBhvr>
              </p:anim>
            </p:childTnLst>
          </p:par>
          <p:par>
            <p:cTn id="205f0837-d1c4-47c0-9c5c-575a9992074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1fdd3fe-2208-447a-abdf-c38abc56a050" dur="500" fill="hold">
                    <p:stCondLst>
                      <p:cond delay="0"/>
                    </p:stCondLst>
                  </p:cTn>
                  <p:tgtEl>
                    <p:spTgt spid="25"/>
                  </p:tgtEl>
                </p:cBhvr>
              </p:anim>
            </p:childTnLst>
          </p:par>
          <p:par>
            <p:cTn id="5443a0a2-4d8a-41e7-b5c7-6356b439850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2aa1191-a75e-4157-949a-397ee9e1983c" dur="500" fill="hold">
                    <p:stCondLst>
                      <p:cond delay="0"/>
                    </p:stCondLst>
                  </p:cTn>
                  <p:tgtEl>
                    <p:spTgt spid="26"/>
                  </p:tgtEl>
                </p:cBhvr>
              </p:anim>
            </p:childTnLst>
          </p:par>
          <p:par>
            <p:cTn id="52ea9e1c-0655-4451-b2a4-5bbb1721bbb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053ee12-8ab9-4bfa-9fbb-e638d2aee44f" dur="500" fill="hold">
                    <p:stCondLst>
                      <p:cond delay="0"/>
                    </p:stCondLst>
                  </p:cTn>
                  <p:tgtEl>
                    <p:spTgt spid="27"/>
                  </p:tgtEl>
                </p:cBhvr>
              </p:anim>
            </p:childTnLst>
          </p:par>
          <p:par>
            <p:cTn id="061f09d3-1ea5-4593-806d-3a94ce148ce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2a3ecaf-e754-4222-984d-a8c9e48e3ddb" dur="500" fill="hold">
                    <p:stCondLst>
                      <p:cond delay="0"/>
                    </p:stCondLst>
                  </p:cTn>
                  <p:tgtEl>
                    <p:spTgt spid="28"/>
                  </p:tgtEl>
                </p:cBhvr>
              </p:anim>
            </p:childTnLst>
          </p:par>
          <p:par>
            <p:cTn id="c9497ff8-b286-4498-90a5-ce902448c62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fa6189b-8853-4cac-b984-7f8d5fd2e981" dur="500" fill="hold">
                    <p:stCondLst>
                      <p:cond delay="0"/>
                    </p:stCondLst>
                  </p:cTn>
                  <p:tgtEl>
                    <p:spTgt spid="29"/>
                  </p:tgtEl>
                </p:cBhvr>
              </p:anim>
            </p:childTnLst>
          </p:par>
        </p:childTnLst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⚙️ 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943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用户注册/登录/信息管理</a:t>
            </a:r>
            <a:br/>
            <a:r>
              <a:t>权限控制与角色分配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5943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简历模板管理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行业模板CRUD</a:t>
            </a:r>
            <a:br/>
            <a:r>
              <a:t>模板启用/禁用控制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39"/>
            <a:ext cx="5943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39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7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题库管理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1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笔试题目增删改查</a:t>
            </a:r>
            <a:br/>
            <a:r>
              <a:t>分类管理与难度设置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5943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FAQ管理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常见问题维护</a:t>
            </a:r>
            <a:br/>
            <a:r>
              <a:t>内容审核与发布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59"/>
            <a:ext cx="5943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94959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8639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3A5F"/>
                </a:solidFill>
                <a:latin typeface="Trebuchet MS"/>
              </a:defRPr>
            </a:pPr>
            <a:r>
              <a:t>使用指南管理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3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用户手册内容管理</a:t>
            </a:r>
            <a:br/>
            <a:r>
              <a:t>图文编辑与发布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1887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3A5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737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48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718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83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794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06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✦ 日志分析与诊断</a:t>
            </a:r>
          </a:p>
        </p:txBody>
      </p:sp>
    </p:spTree>
  </p:cSld>
  <p:clrMapOvr>
    <a:masterClrMapping/>
  </p:clrMapOvr>
  <p:transition spd="slow">
    <p:fade/>
  </p:transition>
  <p:timing>
    <p:tnLst>
      <p:seq concurrent="0">
        <p:cTn id="c4b717ff-1611-4954-b466-7bf01947bb7b" dur="indefinite">
          <p:stCondLst>
            <p:cond delay="0"/>
          </p:stCondLst>
        </p:cTn>
        <p:childTnLst>
          <p:par>
            <p:cTn id="27fac4b4-507b-4932-93b9-4876b26a26e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3f5e5b9-9a2e-4917-b102-63c2c407d7a0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edf3db0a-8741-4e15-b4bc-6de915ddfb8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ecc8dbf-f764-44bf-9c20-297c65bd4e20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46d202fb-7d68-48a4-89c4-b9d708c7516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715f2d9-c3ca-4ef0-bc55-d232c293ebbc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80c35082-9414-4ce3-a2d9-800f1dcd98e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a05e36f-0249-4935-b8a7-b91f6e47a4ff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5e2eb27d-a1f1-4383-8f64-de5c17f1ca7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792bb54-0d7a-4975-bcdb-a98f1ac0123d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5086a6ec-f5c3-4369-b29d-ee4cfb1a300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b1bb055-93e4-49ad-a361-895d6cf427ec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2b5c23ad-8ea4-44f5-8378-85061c63408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b1d6251-8b2b-4bd5-a5e6-90b784ffc715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3f0e7897-69e6-455f-b353-34bde57739b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359a6a7-a3c3-4e59-9885-2b96dc0e9f92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2d266be9-ea76-416e-a531-2116f232208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e0cb1bd-430a-4929-93f2-38ffb400ae6f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27980fdb-c825-430e-af47-0b5449bb75b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ec967a3-dbfe-437a-bacf-28c5f3699608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bdc2fbed-b9eb-4de2-9c3e-5ad54e13913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82e7216-c14e-42e1-9fd1-f0145e054eb4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8867d9fb-0078-4019-a346-bf0ba880c57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bde8cae-bfa3-428f-ae1f-88f18cb238b5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fae5c733-1a41-44df-ae57-f7cf68ec249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a0a243a-bada-4059-889a-2d4539d45470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d7b55623-f068-4636-b213-31858c63baa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33b81fd-316d-4902-8649-3da5ed4aadd9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e3fe7657-9bd9-4f13-927d-2f1f96ba1d7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98460a7-aec1-4964-9c47-1d76d6def5cd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fc8f8f7e-355d-447f-884b-057de9c259e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2cd6a18-2c24-4b3f-8372-9fbb2fa8bd77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7eeb6bc7-49a8-420f-8943-25326beca4e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ac10658-c6f6-4944-9a81-b811a6685559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bfb0f268-7532-457a-968c-2a83de978ea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fe5757c-b7a6-46db-8810-7992828db36f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fd1d5ff8-3414-4e36-9ac6-e8981f09358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a0d5dab-f2f9-48b9-bf5b-0084bda82eba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1e6779e7-f12a-4a41-95c7-61844938f41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6ad2f84-7e36-44da-9cfc-8be19895e347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  <p:par>
            <p:cTn id="a70e623b-2f48-4d60-a62b-d0ffdf4a111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cb79abc-f1f2-42af-bc60-0ea507864a54" dur="500" fill="hold">
                    <p:stCondLst>
                      <p:cond delay="0"/>
                    </p:stCondLst>
                  </p:cTn>
                  <p:tgtEl>
                    <p:spTgt spid="22"/>
                  </p:tgtEl>
                </p:cBhvr>
              </p:anim>
            </p:childTnLst>
          </p:par>
          <p:par>
            <p:cTn id="336f7ea5-4ea4-4b5b-b842-f6095164d35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4e15b95-d3db-4b66-acb7-d77132c538ad" dur="500" fill="hold">
                    <p:stCondLst>
                      <p:cond delay="0"/>
                    </p:stCondLst>
                  </p:cTn>
                  <p:tgtEl>
                    <p:spTgt spid="23"/>
                  </p:tgtEl>
                </p:cBhvr>
              </p:anim>
            </p:childTnLst>
          </p:par>
          <p:par>
            <p:cTn id="ce6eb5d2-5e58-4bd8-9d19-2365cde5f12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36ca856-387a-48f4-b559-ae97f127a28c" dur="500" fill="hold">
                    <p:stCondLst>
                      <p:cond delay="0"/>
                    </p:stCondLst>
                  </p:cTn>
                  <p:tgtEl>
                    <p:spTgt spid="24"/>
                  </p:tgtEl>
                </p:cBhvr>
              </p:anim>
            </p:childTnLst>
          </p:par>
          <p:par>
            <p:cTn id="091d35d8-14bf-4dd6-b061-bd661604618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1986ea8-98a7-4025-9062-69fdc1526a47" dur="500" fill="hold">
                    <p:stCondLst>
                      <p:cond delay="0"/>
                    </p:stCondLst>
                  </p:cTn>
                  <p:tgtEl>
                    <p:spTgt spid="25"/>
                  </p:tgtEl>
                </p:cBhvr>
              </p:anim>
            </p:childTnLst>
          </p:par>
          <p:par>
            <p:cTn id="419c233c-a4d3-4ab4-8f92-7b3fc8df938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b0cfedb-1db9-4fc5-865f-2d7957b14049" dur="500" fill="hold">
                    <p:stCondLst>
                      <p:cond delay="0"/>
                    </p:stCondLst>
                  </p:cTn>
                  <p:tgtEl>
                    <p:spTgt spid="26"/>
                  </p:tgtEl>
                </p:cBhvr>
              </p:anim>
            </p:childTnLst>
          </p:par>
          <p:par>
            <p:cTn id="3eaf4bd1-ae0f-48f1-9bcc-1f49b05150c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47f60c7-04d2-4545-b71b-1308ced3d659" dur="500" fill="hold">
                    <p:stCondLst>
                      <p:cond delay="0"/>
                    </p:stCondLst>
                  </p:cTn>
                  <p:tgtEl>
                    <p:spTgt spid="27"/>
                  </p:tgtEl>
                </p:cBhvr>
              </p:anim>
            </p:childTnLst>
          </p:par>
          <p:par>
            <p:cTn id="8f877118-94bf-49d3-bca6-1ebdec5b551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ae06768-e13c-49c4-b1f7-3cce64e6f9de" dur="500" fill="hold">
                    <p:stCondLst>
                      <p:cond delay="0"/>
                    </p:stCondLst>
                  </p:cTn>
                  <p:tgtEl>
                    <p:spTgt spid="28"/>
                  </p:tgtEl>
                </p:cBhvr>
              </p:anim>
            </p:childTnLst>
          </p:par>
          <p:par>
            <p:cTn id="bdc569d5-1d4f-4727-a2e0-229de35b006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891306b-abb7-45c2-8947-1fb7686db2f1" dur="500" fill="hold">
                    <p:stCondLst>
                      <p:cond delay="0"/>
                    </p:stCondLst>
                  </p:cTn>
                  <p:tgtEl>
                    <p:spTgt spid="29"/>
                  </p:tgtEl>
                </p:cBhvr>
              </p:anim>
            </p:childTnLst>
          </p:par>
          <p:par>
            <p:cTn id="7e3af6c1-aa26-48bf-a72d-538e18728af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29de731-e67c-4d7e-8c56-091ca8891b63" dur="500" fill="hold">
                    <p:stCondLst>
                      <p:cond delay="0"/>
                    </p:stCondLst>
                  </p:cTn>
                  <p:tgtEl>
                    <p:spTgt spid="30"/>
                  </p:tgtEl>
                </p:cBhvr>
              </p:anim>
            </p:childTnLst>
          </p:par>
          <p:par>
            <p:cTn id="93ab6444-9c53-4874-aef9-ab71bf1c5a5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3f7fbae-202c-495b-9fd0-a839cba15dcc" dur="500" fill="hold">
                    <p:stCondLst>
                      <p:cond delay="0"/>
                    </p:stCondLst>
                  </p:cTn>
                  <p:tgtEl>
                    <p:spTgt spid="31"/>
                  </p:tgtEl>
                </p:cBhvr>
              </p:anim>
            </p:childTnLst>
          </p:par>
          <p:par>
            <p:cTn id="efa4822f-d0bf-4183-8148-af9046bad32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54971d09-52cc-4c6f-9c43-75f3cf5fcd94" dur="500" fill="hold">
                    <p:stCondLst>
                      <p:cond delay="0"/>
                    </p:stCondLst>
                  </p:cTn>
                  <p:tgtEl>
                    <p:spTgt spid="32"/>
                  </p:tgtEl>
                </p:cBhvr>
              </p:anim>
            </p:childTnLst>
          </p:par>
          <p:par>
            <p:cTn id="e2118e70-c885-48e9-b694-7bc1b95895a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b61207e-96f5-4420-b3d8-bc856aa3a647" dur="500" fill="hold">
                    <p:stCondLst>
                      <p:cond delay="0"/>
                    </p:stCondLst>
                  </p:cTn>
                  <p:tgtEl>
                    <p:spTgt spid="33"/>
                  </p:tgtEl>
                </p:cBhvr>
              </p:anim>
            </p:childTnLst>
          </p:par>
        </p:childTnLst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📊 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3A5F"/>
                </a:solidFill>
                <a:latin typeface="Trebuchet MS"/>
              </a:defRPr>
            </a:pPr>
            <a:r>
              <a:t>实时访问监控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C端/B端多维度数据看板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887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188720"/>
            <a:ext cx="5303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3A5F"/>
                </a:solidFill>
                <a:latin typeface="Trebuchet MS"/>
              </a:defRPr>
            </a:pPr>
            <a:r>
              <a:t>广告投放管理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1031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广告上下架与排期控制</a:t>
            </a:r>
            <a:br/>
            <a:r>
              <a:t>用户端展示与效果追踪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3A5F"/>
                </a:solidFill>
                <a:latin typeface="Trebuchet MS"/>
              </a:defRPr>
            </a:pPr>
            <a:r>
              <a:t>服务机器监控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SSH远程连接管理</a:t>
            </a:r>
            <a:br/>
            <a:r>
              <a:t>服务器健康检测与告警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862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886200"/>
            <a:ext cx="5303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41605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3A5F"/>
                </a:solidFill>
                <a:latin typeface="Trebuchet MS"/>
              </a:defRPr>
            </a:pPr>
            <a:r>
              <a:t>智能数据报表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80060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Prometheus指标采集</a:t>
            </a:r>
            <a:br/>
            <a:r>
              <a:t>Grafana大屏可视化</a:t>
            </a:r>
          </a:p>
        </p:txBody>
      </p:sp>
    </p:spTree>
  </p:cSld>
  <p:clrMapOvr>
    <a:masterClrMapping/>
  </p:clrMapOvr>
  <p:transition spd="slow">
    <p:push dir="l"/>
  </p:transition>
  <p:timing>
    <p:tnLst>
      <p:seq concurrent="0">
        <p:cTn id="eb5676d7-bf9e-4348-ad1a-70ced5dc2fe1" dur="indefinite">
          <p:stCondLst>
            <p:cond delay="0"/>
          </p:stCondLst>
        </p:cTn>
        <p:childTnLst>
          <p:par>
            <p:cTn id="97a64be5-5d97-4026-87e9-ea500bfb3a20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f4200bc-c3f9-45e5-8577-1060bc4f1815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335afbb7-5c17-4054-b807-2575f5d7ab6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a190089-cca0-4047-8db4-afb52bc73c51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fa72afd9-660b-4466-96f3-58c0f203fe0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8017317-c659-44de-8e20-721a2a9811a3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e0227564-346a-4dd0-a3cc-6e5b77c677d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3bba6f7-211b-4e1e-b5a0-1b93784650c4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3a36fc8c-ba72-49d4-97c7-312ff8e4f04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ae262cc-4521-433c-a39d-eabf19b54ccf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6cc9bcbb-8938-464c-93bb-6bb38bf0818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6f48ef8-739d-4ae5-a097-5a9e6147c453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aa90900d-2e2e-4d0e-bf85-eaf919ea137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4de095a-f455-450f-ab63-b10549dd5100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3bb9b58a-2fe7-4d4b-8773-3361c61a2e45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ce1f874-95c7-4812-8a59-73e6875a2d10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220f7fec-d6ab-451f-bd2b-ee91935e923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da5e088-a055-461d-ae74-0f81e489db6c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ed76696e-e31e-463a-9a5a-9583a77f857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b87d852-8f68-422c-8679-6ac4e25e6e42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c7582d21-3ecc-40d5-8f63-c1f5a3637b8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04d0ffb-121b-4746-996f-4e3f4f92e20e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2c210cbe-aa1b-46af-a372-99ffa5cdd9e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294b79a-f755-4023-81b0-66e94a3d64ec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a917f471-fdac-49b5-b576-562293b8186e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290cab4-52fe-4f69-9383-75c4d6e4b3ba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cee3bb75-bbd1-4360-8e48-5fe3fdbb13e7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34c8fcc-ae61-42bb-8eb0-fdc34d63647f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fbcc06f0-c56f-4ce1-8a76-3acf655ae35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30e5d276-6c4e-4c50-b4b4-27a5172ed2e0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fe9ba2ee-58cb-420e-a00f-4974383e6a01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be99cbd-adcc-48bf-9fde-b6edf7fdca7e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aacfe9e4-4098-4be5-88a7-c2acaf2f7b8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26cd93c-575c-437f-b2b7-4512f7f229a9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f65f10c3-299b-4bfb-b35e-025ff60e7ed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a2b38c4e-c053-4731-9e1c-dcbe0aa2a8ad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  <p:par>
            <p:cTn id="7bdd4335-e14b-4932-92a7-7d8431fbf76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11f348d-9cdf-40fa-b5ad-6807b6b23b21" dur="500" fill="hold">
                    <p:stCondLst>
                      <p:cond delay="0"/>
                    </p:stCondLst>
                  </p:cTn>
                  <p:tgtEl>
                    <p:spTgt spid="20"/>
                  </p:tgtEl>
                </p:cBhvr>
              </p:anim>
            </p:childTnLst>
          </p:par>
          <p:par>
            <p:cTn id="25d3b71f-c2db-4514-9d53-32bd2122c2b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fa75b0c2-c54e-4fca-8b5c-91242073213e" dur="500" fill="hold">
                    <p:stCondLst>
                      <p:cond delay="0"/>
                    </p:stCondLst>
                  </p:cTn>
                  <p:tgtEl>
                    <p:spTgt spid="21"/>
                  </p:tgtEl>
                </p:cBhvr>
              </p:anim>
            </p:childTnLst>
          </p:par>
        </p:childTnLst>
      </p:seq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🚀 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EasyApplyResume |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34747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EA5E9"/>
                </a:solidFill>
                <a:latin typeface="Trebuchet MS"/>
              </a:defRPr>
            </a:pPr>
            <a:r>
              <a:t>近期目标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完善多Agent协作 · 优化RAG效果</a:t>
            </a:r>
            <a:br/>
            <a:r>
              <a:t>扩展行业模板库 · 增强C端体验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4B8A6"/>
                </a:solidFill>
                <a:latin typeface="Trebuchet MS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上线移动端 · 接入更多LLM</a:t>
            </a:r>
            <a:br/>
            <a:r>
              <a:t>开放API生态 · 企业级SaaS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37160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645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远期愿景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3774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打造全链路AI求职平台</a:t>
            </a:r>
            <a:br/>
            <a:r>
              <a:t>从简历到入职的智能闭环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clrMapOvr>
    <a:masterClrMapping/>
  </p:clrMapOvr>
  <p:transition spd="slow">
    <p:cover dir="r"/>
  </p:transition>
  <p:timing>
    <p:tnLst>
      <p:seq concurrent="0">
        <p:cTn id="211b3108-cbb6-409f-9a53-04e5e95b73bf" dur="indefinite">
          <p:stCondLst>
            <p:cond delay="0"/>
          </p:stCondLst>
        </p:cTn>
        <p:childTnLst>
          <p:par>
            <p:cTn id="ebde2e64-713c-4aec-a212-a6241c65c90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d50ba26-217e-46da-bd90-01d706a8a6df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f8909ea4-3a5d-406e-840d-ed99add70f5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a6cac9a-ec6d-42c0-80d8-05c5a18228fa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b8a3628e-9843-4d18-aca3-97ce16a20c93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2dc53cd6-7b97-40eb-bd4f-488f79d68f94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349f5d9b-cbbc-4b35-9bb8-3d0c2ebc942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4709d091-c5df-4cb7-922e-a3c6e364bdb2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d6335da5-7d83-4f6f-b958-b78d61e301f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7e4ea57-3b08-465b-97e6-5c1588bfa606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  <p:par>
            <p:cTn id="89e2ebe5-d026-4ac5-8f28-979a11d1527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896a480-4b56-4476-9b0c-3d6b613053fb" dur="500" fill="hold">
                    <p:stCondLst>
                      <p:cond delay="0"/>
                    </p:stCondLst>
                  </p:cTn>
                  <p:tgtEl>
                    <p:spTgt spid="7"/>
                  </p:tgtEl>
                </p:cBhvr>
              </p:anim>
            </p:childTnLst>
          </p:par>
          <p:par>
            <p:cTn id="0fa1e8ec-7a95-4fef-b4d2-2f2c1c2df99d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eaf56ed-21ab-4b20-9bbf-6de2d1549647" dur="500" fill="hold">
                    <p:stCondLst>
                      <p:cond delay="0"/>
                    </p:stCondLst>
                  </p:cTn>
                  <p:tgtEl>
                    <p:spTgt spid="8"/>
                  </p:tgtEl>
                </p:cBhvr>
              </p:anim>
            </p:childTnLst>
          </p:par>
          <p:par>
            <p:cTn id="1c47494d-4826-4242-9579-a3b1cf6225d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d3100cf-cfc7-4eda-a4b6-4e177dba942c" dur="500" fill="hold">
                    <p:stCondLst>
                      <p:cond delay="0"/>
                    </p:stCondLst>
                  </p:cTn>
                  <p:tgtEl>
                    <p:spTgt spid="9"/>
                  </p:tgtEl>
                </p:cBhvr>
              </p:anim>
            </p:childTnLst>
          </p:par>
          <p:par>
            <p:cTn id="16fa7353-da4b-4b89-aa16-683bec4af1e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f36319c-244b-49df-929b-75a9b14d5df8" dur="500" fill="hold">
                    <p:stCondLst>
                      <p:cond delay="0"/>
                    </p:stCondLst>
                  </p:cTn>
                  <p:tgtEl>
                    <p:spTgt spid="10"/>
                  </p:tgtEl>
                </p:cBhvr>
              </p:anim>
            </p:childTnLst>
          </p:par>
          <p:par>
            <p:cTn id="6e2477c9-d051-4042-bce1-3fc9ebc61fe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b786bba-0110-4a27-b358-2987d60c6629" dur="500" fill="hold">
                    <p:stCondLst>
                      <p:cond delay="0"/>
                    </p:stCondLst>
                  </p:cTn>
                  <p:tgtEl>
                    <p:spTgt spid="11"/>
                  </p:tgtEl>
                </p:cBhvr>
              </p:anim>
            </p:childTnLst>
          </p:par>
          <p:par>
            <p:cTn id="0643e7bb-511c-496e-82ea-29f99cd453c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e1f8b1ed-1dfc-4b2c-bf84-7cdc08a9f60b" dur="500" fill="hold">
                    <p:stCondLst>
                      <p:cond delay="0"/>
                    </p:stCondLst>
                  </p:cTn>
                  <p:tgtEl>
                    <p:spTgt spid="12"/>
                  </p:tgtEl>
                </p:cBhvr>
              </p:anim>
            </p:childTnLst>
          </p:par>
          <p:par>
            <p:cTn id="f1d235b0-a539-482c-8dac-4f22b709bdd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c6c915f-a76f-487a-8095-d165ccd303e9" dur="500" fill="hold">
                    <p:stCondLst>
                      <p:cond delay="0"/>
                    </p:stCondLst>
                  </p:cTn>
                  <p:tgtEl>
                    <p:spTgt spid="13"/>
                  </p:tgtEl>
                </p:cBhvr>
              </p:anim>
            </p:childTnLst>
          </p:par>
          <p:par>
            <p:cTn id="1ba2b941-0dc7-48ee-a764-c85e499b61e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dfb5802e-b5de-4fd7-a022-a3f83178884a" dur="500" fill="hold">
                    <p:stCondLst>
                      <p:cond delay="0"/>
                    </p:stCondLst>
                  </p:cTn>
                  <p:tgtEl>
                    <p:spTgt spid="14"/>
                  </p:tgtEl>
                </p:cBhvr>
              </p:anim>
            </p:childTnLst>
          </p:par>
          <p:par>
            <p:cTn id="575c294f-f650-4736-bda8-b926cb7babf9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83f6dd89-3ba7-401a-99b1-018b01b0cf9a" dur="500" fill="hold">
                    <p:stCondLst>
                      <p:cond delay="0"/>
                    </p:stCondLst>
                  </p:cTn>
                  <p:tgtEl>
                    <p:spTgt spid="15"/>
                  </p:tgtEl>
                </p:cBhvr>
              </p:anim>
            </p:childTnLst>
          </p:par>
          <p:par>
            <p:cTn id="3e84c1bb-5b46-4b7f-b486-8ee63c2533b6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1f2071bb-ff2c-44c3-9933-1949e454c6ff" dur="500" fill="hold">
                    <p:stCondLst>
                      <p:cond delay="0"/>
                    </p:stCondLst>
                  </p:cTn>
                  <p:tgtEl>
                    <p:spTgt spid="16"/>
                  </p:tgtEl>
                </p:cBhvr>
              </p:anim>
            </p:childTnLst>
          </p:par>
          <p:par>
            <p:cTn id="ee118ad7-6a67-4351-a624-40a816a5b0d2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bf143e7a-4ace-4594-8864-bee81787792d" dur="500" fill="hold">
                    <p:stCondLst>
                      <p:cond delay="0"/>
                    </p:stCondLst>
                  </p:cTn>
                  <p:tgtEl>
                    <p:spTgt spid="17"/>
                  </p:tgtEl>
                </p:cBhvr>
              </p:anim>
            </p:childTnLst>
          </p:par>
          <p:par>
            <p:cTn id="e600e9f3-206e-431b-8542-86d3a72e4d8a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9ab2cfb-89de-4705-83ef-fcaceb81cc96" dur="500" fill="hold">
                    <p:stCondLst>
                      <p:cond delay="0"/>
                    </p:stCondLst>
                  </p:cTn>
                  <p:tgtEl>
                    <p:spTgt spid="18"/>
                  </p:tgtEl>
                </p:cBhvr>
              </p:anim>
            </p:childTnLst>
          </p:par>
          <p:par>
            <p:cTn id="7e26804c-ec5e-4344-8fe9-fcafce7ee4dc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617bfbaa-ffcd-414d-93be-58ff1ea08554" dur="500" fill="hold">
                    <p:stCondLst>
                      <p:cond delay="0"/>
                    </p:stCondLst>
                  </p:cTn>
                  <p:tgtEl>
                    <p:spTgt spid="19"/>
                  </p:tgtEl>
                </p:cBhvr>
              </p:anim>
            </p:childTnLst>
          </p:par>
        </p:childTnLst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011680"/>
            <a:ext cx="21332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0EA5E9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Docker ·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clrMapOvr>
    <a:masterClrMapping/>
  </p:clrMapOvr>
  <p:transition spd="slow">
    <p:dissolve/>
  </p:transition>
  <p:timing>
    <p:tnLst>
      <p:seq concurrent="0">
        <p:cTn id="bbf62654-dfab-47af-a889-148145074b4e" dur="indefinite">
          <p:stCondLst>
            <p:cond delay="0"/>
          </p:stCondLst>
        </p:cTn>
        <p:childTnLst>
          <p:par>
            <p:cTn id="9811e509-0ff1-4910-afe8-dbd5f7769c4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7e10eec1-126d-4e37-9a22-f0bae00f6739" dur="500" fill="hold">
                    <p:stCondLst>
                      <p:cond delay="0"/>
                    </p:stCondLst>
                  </p:cTn>
                  <p:tgtEl>
                    <p:spTgt spid="2"/>
                  </p:tgtEl>
                </p:cBhvr>
              </p:anim>
            </p:childTnLst>
          </p:par>
          <p:par>
            <p:cTn id="2b255db9-1337-458c-a68d-e1fadb865ff8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9c546a88-9a7f-401b-8f14-bdc38457603d" dur="500" fill="hold">
                    <p:stCondLst>
                      <p:cond delay="0"/>
                    </p:stCondLst>
                  </p:cTn>
                  <p:tgtEl>
                    <p:spTgt spid="3"/>
                  </p:tgtEl>
                </p:cBhvr>
              </p:anim>
            </p:childTnLst>
          </p:par>
          <p:par>
            <p:cTn id="d5f672a9-df17-42d8-b8ba-2dd5046c7e54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79de376-9f47-4ce2-8006-b624fb8f6cc6" dur="500" fill="hold">
                    <p:stCondLst>
                      <p:cond delay="0"/>
                    </p:stCondLst>
                  </p:cTn>
                  <p:tgtEl>
                    <p:spTgt spid="4"/>
                  </p:tgtEl>
                </p:cBhvr>
              </p:anim>
            </p:childTnLst>
          </p:par>
          <p:par>
            <p:cTn id="23bd99db-0c03-4076-ba6d-2e7715d9ad1b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cf7bdf86-90f3-4eb7-ac01-872b3314c8f8" dur="500" fill="hold">
                    <p:stCondLst>
                      <p:cond delay="0"/>
                    </p:stCondLst>
                  </p:cTn>
                  <p:tgtEl>
                    <p:spTgt spid="5"/>
                  </p:tgtEl>
                </p:cBhvr>
              </p:anim>
            </p:childTnLst>
          </p:par>
          <p:par>
            <p:cTn id="1fe4ea3b-e97e-4801-8c03-c8cf5f89fe6f" dur="500" fill="hold">
              <p:stCondLst>
                <p:cond delay="0"/>
              </p:stCondLst>
            </p:cTn>
            <p:childTnLst>
              <p:anim calcmode="lin" valueType="num" to="1">
                <p:cBhvr accumulate="none" additive="base" rctx="alpha">
                  <p:cTn id="04e3e5cc-b302-4edf-b74c-eb84f4aea35b" dur="500" fill="hold">
                    <p:stCondLst>
                      <p:cond delay="0"/>
                    </p:stCondLst>
                  </p:cTn>
                  <p:tgtEl>
                    <p:spTgt spid="6"/>
                  </p:tgtEl>
                </p:cBhvr>
              </p:anim>
            </p:childTnLst>
          </p:par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