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EasyApplyResume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2860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易投简历 — AI 智能求职与简历管理平台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· ReAct Agent · RAG · 多模型集成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+ MySQL + PostgreSQL + Redis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+ DashScope + 智谱AI + 豆包 + Ollama
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Nacos + Spring Boot Admin + Prometheus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shiningCloud2025  |  2026年6月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1 / 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问题背景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当前求职市场的核心痛点与 AI 破局之道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简历制作低效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缺乏专业指导，简历内容空洞、结构混乱、表达不专业，严重影响面试邀约率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45720" cy="1572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3444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求职信息不对称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难以获取全面职位信息、行业动态和公司评价，缺乏有效决策依据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管理者运营负担重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HR和管理员面临大量重复性简历筛选、用户管理、数据统计，效率低下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39776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880360"/>
            <a:ext cx="45720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017520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缺乏个性化服务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传统平台千篇一律，无法根据个人背景和目标岗位提供量身定制优化建议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219456"/>
          </a:xfrm>
          <a:prstGeom prst="rect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572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核心思路：基于 Spring AI 生态，构建 AI Agent 驱动的智能求职助手，实现简历优化、智能问答、自动化运营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2 / 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技术选型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+ Java 21 微服务架构，多层次 AI 能力集成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基础框架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(Java 21)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MyBatis-Plus 3.5.7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配置/服务发现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LLM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4787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1.0.0-M6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4787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(DashScope)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4787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智谱AI (GLM-4)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4787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豆包 (OpenAI协议)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4787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本地模型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1143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数据与存储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1627632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73952" y="162763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(主库)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121408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73952" y="21214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2615184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73952" y="26151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(缓存/JWT)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108960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3952" y="310896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/ 七牛云 OSS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3602736"/>
            <a:ext cx="2697480" cy="429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73952" y="360273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Redis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" y="3931920"/>
            <a:ext cx="45720" cy="457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能力矩阵：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· RAG 检索增强 · MCP 客户端 · 多模型适配 · 向量数据库 · Function Calling · 对话记忆 · 敏感词过滤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3 / 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智能体架构设计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自研 ReAct Agent 模式：思考 → 行动循环 + 工具调用 + RAG 增强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继承体系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2743200" cy="6583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682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751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 · 步骤循环 · 流式SSE · 资源清理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230428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51560" y="2697480"/>
            <a:ext cx="3108960" cy="65836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2734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&amp; Act 模式 · 思考-行动循环 · 步骤编排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06040" y="3355848"/>
            <a:ext cx="0" cy="39319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68680" y="3749040"/>
            <a:ext cx="3474720" cy="658368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078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工具调用管理 · 对话上下文 · 终止判断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097280"/>
            <a:ext cx="3794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74920" y="1170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74920" y="1645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16459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673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ChatMemory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1856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MySQL+内存混合持久化，多轮对话上下文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4920" y="21031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21031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1305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Advisor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23134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PgVector向量库+云知识库+查询重写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74920" y="25603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25603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5877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(8个)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27706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网页搜索·终端操作·文件管理·PDF·邮件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74920" y="30175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74920" y="30175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0449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敏感词过滤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32278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双端Advisor，覆盖百种违规类型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074920" y="34747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74920" y="3474720"/>
            <a:ext cx="45720" cy="40233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35021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0" y="36850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Stdio/SSE协议工具集成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74920" y="3931920"/>
            <a:ext cx="3429000" cy="402336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3931920"/>
            <a:ext cx="45720" cy="40233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Text 41"/>
          <p:cNvSpPr/>
          <p:nvPr/>
        </p:nvSpPr>
        <p:spPr>
          <a:xfrm>
            <a:off x="5303520" y="395935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Router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414223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DashScope/智谱/豆包/Ollama自由切换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C端助手　　　</a:t>
            </a:r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SystemAssistantAgent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B端助手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4 / 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核心功能：C端 — AI 简历助手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面向求职者的全流程 AI 辅助：从简历优化到求职决策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智能简历润色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语法优化 · 专业表达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结构重组 · 量化成果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STAR法则改写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定制化建议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按行业/岗位定制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保研/留学场景适配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多版本输出 · 关键词优化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974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344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知识增强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459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向量库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云知识库检索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查询重写 · 实时行业数据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工具调用能力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联网搜索职位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简历PDF生成 · 邮件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文件下载 · 网页抓取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流式对话体验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SSE实时流式输出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多轮上下文记忆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混合持久化 · 敏感词过滤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971800"/>
            <a:ext cx="2697480" cy="1673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971800"/>
            <a:ext cx="26974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1089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求职生态服务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5204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职位浏览/收藏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简历模板 · 面试题库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行业资讯 · 地区数据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5 / 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核心功能：B端 — AI 系统管理助手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面向管理员的 AI 运维辅助：权限管理 · 内容运营 · 数据监控 · 智能诊断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管理员管理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990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增删改查 · RBAC角色权限 · 账户状态管理 · 登录日志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10512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56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内容运营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1122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公告/广告管理 · FAQ问答库 · 项目/团队介绍 · 合作伙伴 · 媒体报道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23744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69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28254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省市区地图 · 行业分类 · 大学库 · 职位库 · 简历模板 · 求职攻略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36976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826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运营工具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538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评分模型训练数据 · 模型版本管理 · LLM工具配置 · 邮件通信群发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484632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0208"/>
            <a:ext cx="45720" cy="6217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9959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监控统计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251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日活/访问量统计 · 服务机器监控 · Prometheus+Grafana 指标体系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097280"/>
            <a:ext cx="32004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管理助手能力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15000" y="171907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1645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引导式故障诊断与排查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205740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19842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系统配置与运维指导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15000" y="239572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232257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数据报表智能解读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734056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26609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用户/简历问题快速定位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3072384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29992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RAG + 工具调用增强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715000" y="3410712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0" name="Text 38"/>
          <p:cNvSpPr/>
          <p:nvPr/>
        </p:nvSpPr>
        <p:spPr>
          <a:xfrm>
            <a:off x="5989320" y="33375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独立对话记忆管理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749040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36758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管理端专属敏感词过滤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4087368"/>
            <a:ext cx="146304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" name="Text 42"/>
          <p:cNvSpPr/>
          <p:nvPr/>
        </p:nvSpPr>
        <p:spPr>
          <a:xfrm>
            <a:off x="5989320" y="40142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 重读增强理解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6 / 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核心代码实现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思考执行 · 工具调用 · 双安全过滤链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160520" cy="34290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78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ToolCallAgent.java — think() 方法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ToolCallAgent.java — think()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think() 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(getNextStepPrompt() != null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!getNextStepPrompt().isEmpty()){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UserMessage(getNextStepPrompt()));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 prompt = new Prompt(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getMessageList(),chatOptions);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ChatResponse chatResponse =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getChatClient().prompt(prompt)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.system(getSystemPrompt())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.tools(availableTools)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.call().chatResponse();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this.toolCallChatResponse =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chatResponse;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AssistantMessage am =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chatResponse.getResult().getOutput();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List&lt;ToolCall&gt; tcs = am.getToolCalls();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if(tcs.isEmpty()){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getMessageList().add(am);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  // 无需工具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  // 需要执行工具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60520" cy="34290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78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UserSecurityConfig.java — 双过滤器链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0" y="1298448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Security双链配置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@Configuration @EnableWebSecurity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@Order(1)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UserSecurityConfig 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@Bean public SecurityFilterChain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userSecurityFilterChain(HttpSecurity h){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h.securityMatcher("/user/**")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.cors(...)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.csrf(AbstractHttpConfigurer::disable)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.sessionManagement(s-&gt;s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.sessionCreationPolicy(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SessionCreationPolicy.STATELESS))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.authorizeHttpRequests(auth-&gt;auth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.requestMatchers(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"/user/auth/**").permitAll()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.anyRequest().authenticated())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.exceptionHandling(ex-&gt;ex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.authenticationEntryPoint(...))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.addFilterBefore(userJwtAuthFilter,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UsernamePasswordAuthFilter.class);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return h.build();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365760" y="4544568"/>
            <a:ext cx="8412480" cy="201168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54456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以上均来自项目真实源码：ToolCallAgent.java 与 UserSecurityConfig.java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7 / 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未来前景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 · 拥抱 AI 前沿 · 打造全链路智能求职生态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近期 (1-3月)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45920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前端界面开发完成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212848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SaaS 化改造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79776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DeepSeek 等更多 LLM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46704"/>
            <a:ext cx="45720" cy="4937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简历评分模型上线 (XGBoost)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中期 (3-6月)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645920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微服务化拆分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212848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全链路可观测性增强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779776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智能岗位匹配推荐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346704"/>
            <a:ext cx="45720" cy="4937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移动端适配 (小程序)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1430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远期 (6-12月)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1645920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645920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16459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Agent 协作架构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212848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212848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2128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模拟面试与反馈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779776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17920" y="2779776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7797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企业端 AI 筛选助手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3346704"/>
            <a:ext cx="2697480" cy="4937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346704"/>
            <a:ext cx="45720" cy="4937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3467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构建求职知识图谱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愿景：成为求职者最信赖的 AI 求职伙伴，用人均 AI 赋能每位求职者找到理想工作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8 / 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5070348"/>
            <a:ext cx="2743200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致  谢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8288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1031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感谢各位老师和同学对 EasyApplyResume 项目的关注与支持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本项目基于 Spring AI 生态，探索了 AI Agent 在求职领域的应用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从自研 ReAct Agent 到 RAG 增强检索，从多模型适配到工具集成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这是一次将前沿 AI 技术与实际业务场景结合的有益尝试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3.3.5 · Spring AI · MyBatis-Plus · PgVector · Redis · Nacos · Docker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AI模型：</a:t>
            </a:r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通义千问 · 智谱AI (GLM-4) · 豆包 · Ollama
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shining_cloud2025@163.com  |  github.com/shiningCloud2025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EasyApplyResume  |  9 / 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EasyApplyResume</dc:title>
  <dc:subject>PptxGenJS Presentation</dc:subject>
  <dc:creator>shiningCloud2025</dc:creator>
  <cp:lastModifiedBy>shiningCloud2025</cp:lastModifiedBy>
  <cp:revision>1</cp:revision>
  <dcterms:created xsi:type="dcterms:W3CDTF">2026-06-06T08:20:57Z</dcterms:created>
  <dcterms:modified xsi:type="dcterms:W3CDTF">2026-06-06T08:20:57Z</dcterms:modified>
</cp:coreProperties>
</file>