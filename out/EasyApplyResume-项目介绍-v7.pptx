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AI 驱动的智能求职与管理平台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</p:spTree>
  </p:cSld>
  <p:clrMapOvr>
    <a:masterClrMapping/>
  </p:clrMapOvr>
  <p:transition spd="med">
    <p:fade/>
  </p:transition>
  <p:timing>
    <p:tnLst>
      <p:seq concurrent="0">
        <p:cTn id="614b45d2-e8d1-4ec7-88ac-7c94fe2f6d06" dur="indefinite">
          <p:stCondLst>
            <p:cond delay="0"/>
          </p:stCondLst>
        </p:cTn>
        <p:childTnLst>
          <p:par>
            <p:cTn id="d36e676f-1e2b-44b6-8fac-077b10304c6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edf77b4-ddd0-4375-9144-31366ed9c266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9123b59-d28f-43c4-a63c-5c4224b2922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14d9cc6-9302-46fe-a478-69c80bed1277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f3311c6-b881-42c2-8f38-444d23b9251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c0589f7-9b58-447a-a333-8132c3e95422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99807c3-681c-46d8-98fe-5d72ea12be6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fe87d62-e767-46fe-82c8-a9040f410361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931631a1-f090-4818-94fc-876f75d1d49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f5e8433-64ae-4f79-9c41-6b72a3b79ee0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🔍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简历制作低效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海量模板难选择</a:t>
            </a:r>
            <a:br/>
            <a:r>
              <a:t>手动排版耗时长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4864" cy="219456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信息不对称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运营负担重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缺乏个性化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clrMapOvr>
    <a:masterClrMapping/>
  </p:clrMapOvr>
  <p:transition spd="med">
    <p:push dir="l"/>
  </p:transition>
  <p:timing>
    <p:tnLst>
      <p:seq concurrent="0">
        <p:cTn id="9beea28a-592e-43d3-8f31-1cf79412a1e5" dur="indefinite">
          <p:stCondLst>
            <p:cond delay="0"/>
          </p:stCondLst>
        </p:cTn>
        <p:childTnLst>
          <p:par>
            <p:cTn id="21e644e5-6f18-435c-9c7c-34e01bfe390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c227166-9aa0-468d-adb2-5e23a07f1760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7b18a91-1d9a-423d-b366-2ff367e24d1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0b14ee0-4c62-46dd-9a42-102b96d5a65b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2cdb2e0-e9c5-4241-bb70-e176445e26e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7d1abe2-9227-4859-a38f-85d57df98752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7b4fbc5-fbea-41d3-b148-1c210caa3d0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b70d038-bc60-419f-b548-cd051eb59dd0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8473cb8-d096-46b9-9466-3e58fd2fd7a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8b2980f-9615-458e-985b-b2d58d9f382f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bce87ea-b840-4c01-80db-04a505b8848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228ae0e-7341-4b9a-959e-cd7a7a3a7552" dur="1"/>
                  <p:tgtEl>
                    <p:spTgt spid="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280de9a-3b54-49fa-af8b-9a8db12b9c3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d4335e2-aa08-4f46-8d46-011580ea6c9d" dur="1"/>
                  <p:tgtEl>
                    <p:spTgt spid="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3b4f4a7-f59d-42fe-ad6e-c2e4bbf7963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11eb3f9-9a64-4fb3-9a47-bf86f2544331" dur="1"/>
                  <p:tgtEl>
                    <p:spTgt spid="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0abb265-b2f3-40ef-81d4-6b45b380658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655cd31-7cf1-4725-acc0-dde3d17f9387" dur="1"/>
                  <p:tgtEl>
                    <p:spTgt spid="1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f094df6-bfc2-4140-8db9-96931601616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47a0595-0c3a-4e48-8102-878b68a6e607" dur="1"/>
                  <p:tgtEl>
                    <p:spTgt spid="1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18c40e9-bc8d-4c3f-add2-390ddac083d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a5659f4-e704-4a4d-9a9e-4273dd884a84" dur="1"/>
                  <p:tgtEl>
                    <p:spTgt spid="1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9170b3ec-2cb5-41d8-a391-7d625cbd4e0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02c7559-ab5a-44bd-bc75-0dee46485883" dur="1"/>
                  <p:tgtEl>
                    <p:spTgt spid="1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5c091ed-faac-42e2-a140-c7748f18179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5f9a8af-5aaa-4e5a-8895-97b2f0e73935" dur="1"/>
                  <p:tgtEl>
                    <p:spTgt spid="1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8e0b12e-74fc-4b4e-b976-adc2f14ae57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5526a41-0303-429e-b8d2-958c26f4f063" dur="1"/>
                  <p:tgtEl>
                    <p:spTgt spid="1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6582380-726d-4cb4-a667-d324a2e6c3b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153220f-f9bf-497e-87ac-1fecdde45860" dur="1"/>
                  <p:tgtEl>
                    <p:spTgt spid="1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6da73ff-a267-4696-80cc-ded245843bf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10b046b-a309-476a-ac70-cd76d270abf1" dur="1"/>
                  <p:tgtEl>
                    <p:spTgt spid="1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ccb89f48-81a5-40e8-8783-603a4039f1d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f7fddcb-8ae1-449d-9d10-4061c67c26b8" dur="1"/>
                  <p:tgtEl>
                    <p:spTgt spid="1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93ffe4b2-7840-4f0d-bcda-2e7c66cfc8d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44b919f-d2be-4d1a-80fd-37f153da348e" dur="1"/>
                  <p:tgtEl>
                    <p:spTgt spid="1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596b968-3600-4b70-9f5e-b25ca23df3f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9a191a1-c9ce-4f59-b705-63d6c7e142bb" dur="1"/>
                  <p:tgtEl>
                    <p:spTgt spid="2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6e5d3414-cde6-4b46-9ad7-988801cc800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ed958a3-27cc-4551-b490-91cf104496be" dur="1"/>
                  <p:tgtEl>
                    <p:spTgt spid="2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🛠️ 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Security 双链认证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MyBatis-Plus 3.5.7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Nacos 配置中心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AI 多模型适配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Agent 智能体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RAG 检索增强生成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DashScope / 智谱 / 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MySQL + PostgreSQL/PgVector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Redis 缓存 &amp; 消息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MinIO / 七牛云OSS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Docker 容器化部署</a:t>
            </a:r>
          </a:p>
        </p:txBody>
      </p:sp>
    </p:spTree>
  </p:cSld>
  <p:clrMapOvr>
    <a:masterClrMapping/>
  </p:clrMapOvr>
  <p:transition spd="med">
    <p:cover dir="r"/>
  </p:transition>
  <p:timing>
    <p:tnLst>
      <p:seq concurrent="0">
        <p:cTn id="7d7a104b-cbe3-431c-a0f5-b817d6f86a8d" dur="indefinite">
          <p:stCondLst>
            <p:cond delay="0"/>
          </p:stCondLst>
        </p:cTn>
        <p:childTnLst>
          <p:par>
            <p:cTn id="6f09cd08-5307-40c0-9c08-452307e6dbe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c6d2916-d1f0-4b75-a847-0dce8715468b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bca2990-f031-4e21-b44f-15a71eca742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8a55dd6-6612-49ef-a0fe-c8818aaa819d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129b1f9-8d4a-4fff-9dc1-0319bcce1df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e668faa-f173-4dea-bb40-0228e8b1628b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9c4356c-ceb9-426a-8393-8a7703d0a7d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e452d69-d138-4e03-804d-215dc54f7bae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aed741a-9f80-4fb7-8cb9-72ecc6fdca1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a260d81-1fb8-4b3a-81e4-a2d5646901d3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6191131-0651-48a5-bd8d-fda524ea77b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3ce851b-5fe8-4ec4-bb4e-d2ec4eb6fd99" dur="1"/>
                  <p:tgtEl>
                    <p:spTgt spid="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0c15c32-1522-4b45-8dcb-0513fa13587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4d582c3-e21c-423b-bbaa-78de3b648f14" dur="1"/>
                  <p:tgtEl>
                    <p:spTgt spid="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82a7961-4cba-4e33-982b-3d907b11a3c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bff8335c-f1b7-4dc4-bdba-4530f13d17a0" dur="1"/>
                  <p:tgtEl>
                    <p:spTgt spid="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6891f55-3ded-4297-86c5-ccb17fbdab0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3f7b23f-0c77-4494-a649-05f5f9c7b36a" dur="1"/>
                  <p:tgtEl>
                    <p:spTgt spid="1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ca88874-f60b-4b55-8017-f08aa37b47a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de538f3-20af-4580-b18f-b8364b5706bb" dur="1"/>
                  <p:tgtEl>
                    <p:spTgt spid="1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6a94ab86-f56f-48c8-92cf-d0bdc0d24c9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21a96c0-9dc5-4452-b1ef-da58212396d1" dur="1"/>
                  <p:tgtEl>
                    <p:spTgt spid="1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c19a961-f08f-4994-8f2e-d4abd92ebab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cd8e7fc-4b15-43e7-9fd8-ae31efb10eb7" dur="1"/>
                  <p:tgtEl>
                    <p:spTgt spid="1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dbb981a-6a16-4140-9af6-3908d20315b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540e317-5e8b-4392-9790-a7afea9c1033" dur="1"/>
                  <p:tgtEl>
                    <p:spTgt spid="1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8f280d9-430f-4627-884e-fe6a5f2ee5b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5b25ffa-46ca-4667-9866-34e022ceb54b" dur="1"/>
                  <p:tgtEl>
                    <p:spTgt spid="1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c5f8cf6a-cc39-48bf-a422-924f9606f57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5f64526-136a-4446-aed1-35a37902c51d" dur="1"/>
                  <p:tgtEl>
                    <p:spTgt spid="1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1fbf112-df23-46b9-b608-3f74d8cc1ab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9e9002c-e233-4d34-b134-b85c126f764e" dur="1"/>
                  <p:tgtEl>
                    <p:spTgt spid="1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c3c67246-9e8e-43b1-a9ec-b58fd1d7e57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b0b252e-bc82-45c7-ac0c-fb2ad42c4768" dur="1"/>
                  <p:tgtEl>
                    <p:spTgt spid="1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4defa5c-96de-488a-85c8-33dc19f18ec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48f7e70-803e-4ffe-ab01-66110d07f03a" dur="1"/>
                  <p:tgtEl>
                    <p:spTgt spid="1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13e7203-56db-4b1d-9613-bb6f90ccb97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a0ce160-e320-4600-909c-430781da3cd0" dur="1"/>
                  <p:tgtEl>
                    <p:spTgt spid="2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cc06c21-a582-4bd6-aa6a-dc5e91f3ffd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543d560-0fd6-4a54-a293-8f28c8913371" dur="1"/>
                  <p:tgtEl>
                    <p:spTgt spid="2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bae7ddd-d3d5-4f40-877a-8eb02a1c39e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4e78f0b-1249-4ea4-a235-c9de7ecbaf11" dur="1"/>
                  <p:tgtEl>
                    <p:spTgt spid="2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9af9aaa6-244b-4e12-95fc-6c6d36a2e73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84d6254-0ac4-4244-902e-35ae676d5645" dur="1"/>
                  <p:tgtEl>
                    <p:spTgt spid="2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d066c67-e46e-4706-ab75-7b884edc22e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68ad471-bdbc-41cb-893f-e74d451b54ab" dur="1"/>
                  <p:tgtEl>
                    <p:spTgt spid="2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fdddb28-b1d6-49f5-af7e-f6126a10433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12ac37b-4e9b-4e20-8dd6-f3007feb2985" dur="1"/>
                  <p:tgtEl>
                    <p:spTgt spid="2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d681195-8233-43e6-b793-9bf4847c05b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9ac5030-5845-4e33-a315-784aa52411fa" dur="1"/>
                  <p:tgtEl>
                    <p:spTgt spid="2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77ac4f7-d450-4147-a40d-7a27bf57980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e12670c-0380-4f57-8df1-5fbddb85aef2" dur="1"/>
                  <p:tgtEl>
                    <p:spTgt spid="2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8fd3552-0304-4825-9fd1-ae0c6d1e481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9554795-e08e-4d71-839e-0275be9e8432" dur="1"/>
                  <p:tgtEl>
                    <p:spTgt spid="2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8a91b84-6e57-43af-bec6-2f820446789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63dd740-4d45-471f-843e-831c4e36074e" dur="1"/>
                  <p:tgtEl>
                    <p:spTgt spid="2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7ad9ed7-8610-4e7b-bb2b-8372f487f05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1581354-8c75-4b9a-9fc8-f25b51c892a9" dur="1"/>
                  <p:tgtEl>
                    <p:spTgt spid="3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cde156e-8a31-4b4d-b82e-090d390cdee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ed68cc3-7ca0-4ea3-bb14-d2461eaf20f8" dur="1"/>
                  <p:tgtEl>
                    <p:spTgt spid="3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25f2d3f-2fc5-427f-8e81-b6f64b569de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31d7ace-6a26-4149-94e5-b0946489b84b" dur="1"/>
                  <p:tgtEl>
                    <p:spTgt spid="3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1b3588f-b01f-4e9d-a659-cb6f86b0e39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b2459f1b-10b0-460e-ab7b-28cc98bc62a2" dur="1"/>
                  <p:tgtEl>
                    <p:spTgt spid="3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1645d0f-f2ef-4e78-a6b3-0f227f8a2c4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8e38952-54d2-4a90-b535-ce0beaa6cc59" dur="1"/>
                  <p:tgtEl>
                    <p:spTgt spid="3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962bf0b3-fd6e-4324-8688-3cc06a71185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c187aa3-28a4-4831-85c0-9fb25e915add" dur="1"/>
                  <p:tgtEl>
                    <p:spTgt spid="3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🧠 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LLM调用 · 记忆管理 · 基础抽象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4864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38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41064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86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88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90872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40679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3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88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clrMapOvr>
    <a:masterClrMapping/>
  </p:clrMapOvr>
  <p:transition spd="med">
    <p:wipe dir="l"/>
  </p:transition>
  <p:timing>
    <p:tnLst>
      <p:seq concurrent="0">
        <p:cTn id="f73a63ee-d7ca-4fc0-8e20-113cc8f333ec" dur="indefinite">
          <p:stCondLst>
            <p:cond delay="0"/>
          </p:stCondLst>
        </p:cTn>
        <p:childTnLst>
          <p:par>
            <p:cTn id="958ee83e-8b0a-46a6-bb6f-9223bd168a0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5434e3a-719e-4922-9bd6-0e8f147286e0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11687c8-7ead-4a14-82a4-8e3c0e411be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33659b4-727f-42e4-8610-1f87e185f539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dbf2d80-de72-4e71-9608-1ce4928381a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7dba4e8-83f8-428e-b9db-d0c28c85058d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cd08941-7609-4041-a366-deb402c0d2a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78a15e3-ac95-42d3-a677-5c6327be3bae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ec887a9-4f09-40fc-b6d8-5708bd876cf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0550981-973f-45b4-b2b6-e970d5d017c5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5fc320e-4f05-4db0-8284-654657a8337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4b0ea76-8e81-4c39-99ac-8f1aaa75412d" dur="1"/>
                  <p:tgtEl>
                    <p:spTgt spid="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9aaf4db-1c62-478c-8537-db435824e59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edac43c-4596-4928-b5c9-7a91fa25f8b8" dur="1"/>
                  <p:tgtEl>
                    <p:spTgt spid="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bac08e8-45c6-4e2d-99d4-678b0883a1c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199a665-88ec-489e-8b89-ce74f648b593" dur="1"/>
                  <p:tgtEl>
                    <p:spTgt spid="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60d29e3b-d5fe-4e2f-9198-cdb2b5ccf35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a2246d7-a8cd-42fc-887d-3d445b6860d4" dur="1"/>
                  <p:tgtEl>
                    <p:spTgt spid="1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700359a-dbfd-4409-bf6f-bb2de53e27d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fa1e304-8bbb-491c-8aba-2f02bbc97999" dur="1"/>
                  <p:tgtEl>
                    <p:spTgt spid="1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ad55c80-8895-4609-9fc4-f423394bed2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6b71697-efbe-4076-b0ae-db56ae395c72" dur="1"/>
                  <p:tgtEl>
                    <p:spTgt spid="1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2ea5ba7-32fa-4acb-8094-6fd7b657309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72a07bc-af13-4eb4-a130-412b51f775f5" dur="1"/>
                  <p:tgtEl>
                    <p:spTgt spid="1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3fa0a7b-95a3-4ff8-8a8d-0b78dc9e180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f19513b-54be-4be1-beab-787d8bd6e2e5" dur="1"/>
                  <p:tgtEl>
                    <p:spTgt spid="1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cedc269-83ca-49cf-a003-4844eb4a206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640bc52-40d2-4dba-a640-fc2ed11aecc4" dur="1"/>
                  <p:tgtEl>
                    <p:spTgt spid="1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3dfbdbc-7402-4f7f-bb0f-defa406b343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c7f90ed-71dc-4354-9731-9d5f477af74d" dur="1"/>
                  <p:tgtEl>
                    <p:spTgt spid="1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a2e114a-5e3f-4c13-bfee-608ab2902e2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4364b8f-e7f8-4b08-a7ef-332eb26ecfd4" dur="1"/>
                  <p:tgtEl>
                    <p:spTgt spid="1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ca20690-0892-46a9-be25-734e9de8a68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48201c0-b5b0-4c60-b2e7-d6c839088ed1" dur="1"/>
                  <p:tgtEl>
                    <p:spTgt spid="1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bc4dc4c-e740-4247-9cd3-2efa69eb4d3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ca08227-7ab4-4f40-bb85-c56bd84d409e" dur="1"/>
                  <p:tgtEl>
                    <p:spTgt spid="1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999c1ab-d1e1-42db-ae41-d24bfe74160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b1287f4d-f603-4574-b2a5-b96d4f599f7c" dur="1"/>
                  <p:tgtEl>
                    <p:spTgt spid="2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fa50052-247f-42cc-a3c8-40b95454618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ae9b99e-e0a7-4745-bd7d-b35f87674b3a" dur="1"/>
                  <p:tgtEl>
                    <p:spTgt spid="2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207cfaa-0e06-4ecf-ad0a-b40dacb9fb1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695e5be-b5d5-4572-b915-57c665f7673b" dur="1"/>
                  <p:tgtEl>
                    <p:spTgt spid="2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e9c541e-caa2-45ad-861b-cfa07b78975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d82d931-09ac-4f65-a4f2-2d4ae2f81e80" dur="1"/>
                  <p:tgtEl>
                    <p:spTgt spid="2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adf82be-c38e-4475-a99b-620a24a4ffd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22eab86-0cfa-40e3-be8e-e6bbc223027d" dur="1"/>
                  <p:tgtEl>
                    <p:spTgt spid="2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de0911c-84a1-41be-aacd-36aed640eec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375fcbe-9d28-49e6-ac6c-3b728305462f" dur="1"/>
                  <p:tgtEl>
                    <p:spTgt spid="2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05f09ab-d9d4-4189-827b-fae7b82afd8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9168e30-52a8-40cd-ac6b-2a747029a0d3" dur="1"/>
                  <p:tgtEl>
                    <p:spTgt spid="2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b1d928b-68f5-427c-a674-d4a525ec99d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ba0132e-dff6-4fe9-8a2b-7d2061bf8335" dur="1"/>
                  <p:tgtEl>
                    <p:spTgt spid="2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89ea0ff-960d-4f12-8526-1c17578b8e0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1c8c81d-4722-49ef-bd9f-9cb98272911f" dur="1"/>
                  <p:tgtEl>
                    <p:spTgt spid="2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7e6a6ac-7aa8-4b0f-9348-6b600013e62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a5e869d-a660-460f-b800-fa7dde9f5d4c" dur="1"/>
                  <p:tgtEl>
                    <p:spTgt spid="2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821e074-dae3-4dfd-be98-a2f007545ee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5d85913-32be-4acc-9dec-078172303de9" dur="1"/>
                  <p:tgtEl>
                    <p:spTgt spid="3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0776c00-fed5-4ad5-a6bc-6517192eda5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1978a6e-b6ab-4936-a357-df16c532ac6c" dur="1"/>
                  <p:tgtEl>
                    <p:spTgt spid="3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597eae0-30a8-4324-801a-f2f9b9b65d9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fdd42f6-479e-476e-b37c-7755d2b72342" dur="1"/>
                  <p:tgtEl>
                    <p:spTgt spid="3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66c1308-d912-4942-a373-ae3d4cedb47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38d90a0-d85e-4276-8ae9-0402a289c863" dur="1"/>
                  <p:tgtEl>
                    <p:spTgt spid="3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e145d59-6787-4ab7-8ec3-a893777108e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7c83a91-9864-467d-bd98-1f60c13aa9ce" dur="1"/>
                  <p:tgtEl>
                    <p:spTgt spid="3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45676e5-e1db-4ce5-b29a-3f68291eadf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2dd3ae0-96f0-4487-b02f-854eaef17426" dur="1"/>
                  <p:tgtEl>
                    <p:spTgt spid="3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ab30dee-c047-45b2-beab-1da6d4fa1d1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495a1c1-6d2e-48d6-95f4-38bbdc6a133e" dur="1"/>
                  <p:tgtEl>
                    <p:spTgt spid="3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bda9c9d-8362-476f-b8c8-6c47bb8a1d4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40a9203-6827-4284-9b08-9e208a1005ab" dur="1"/>
                  <p:tgtEl>
                    <p:spTgt spid="3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bd00d62-9bd0-4eb4-8105-ae160aa91d6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3e663ae-f2bf-4d79-bb12-d9d9f156d957" dur="1"/>
                  <p:tgtEl>
                    <p:spTgt spid="3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35de0a3-78ae-4ad0-9cbe-2de70ac0c6d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8c3dc9b-e749-49d1-bd57-a839604bf01c" dur="1"/>
                  <p:tgtEl>
                    <p:spTgt spid="3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7a6d423-e656-4a65-a939-66fdb50ea12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27b0a3e-9121-4f94-a823-5c302db4f794" dur="1"/>
                  <p:tgtEl>
                    <p:spTgt spid="4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a4c2851-86ca-406b-bac7-1320f179a5a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1420c33-e714-40c0-a324-c2d5388d12db" dur="1"/>
                  <p:tgtEl>
                    <p:spTgt spid="4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16fdd11-3a1c-4536-82ea-54483fcedbc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b4c3775-2572-4ae9-b901-79c2242202b1" dur="1"/>
                  <p:tgtEl>
                    <p:spTgt spid="4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16fba5a-a5e9-4f05-8648-f5b1bfe2ff7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68e4d82-16e2-4b87-853a-cd50dbd2ed3f" dur="1"/>
                  <p:tgtEl>
                    <p:spTgt spid="4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47a7f52-e07d-4a7b-b1d1-66c57c7dae8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fb708a4-4f9c-4446-a5e5-afb69c3bca1f" dur="1"/>
                  <p:tgtEl>
                    <p:spTgt spid="4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📝 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MinIO/七牛云存储</a:t>
            </a:r>
            <a:br/>
            <a:r>
              <a:t>多行业模板支持</a:t>
            </a:r>
          </a:p>
        </p:txBody>
      </p:sp>
    </p:spTree>
  </p:cSld>
  <p:clrMapOvr>
    <a:masterClrMapping/>
  </p:clrMapOvr>
  <p:transition spd="med">
    <p:uncover dir="d"/>
  </p:transition>
  <p:timing>
    <p:tnLst>
      <p:seq concurrent="0">
        <p:cTn id="346b92b4-4254-41b0-97c9-733c34324a8b" dur="indefinite">
          <p:stCondLst>
            <p:cond delay="0"/>
          </p:stCondLst>
        </p:cTn>
        <p:childTnLst>
          <p:par>
            <p:cTn id="0ca33a65-0344-4386-b86e-24bbb536a14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b189162-d586-4c45-8f5b-8a0d471c8a79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cb623a9-b9ff-4129-ae6f-0435c66e889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398631a-87bb-4548-8268-9517634e2fdf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d899362-154d-4b80-917a-516706edc85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c2331b6-48f0-4ddd-82df-f0b17e00474c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7c15dca-f5fa-447f-becd-a3c00835a71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c31e733-37a8-4469-8629-f114eaf832ae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881ae41-e385-422a-8796-b1cb2a7a5d1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133cbe0-9fbd-4406-8ded-7e9285a18278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d5cc716-60ab-4949-9224-56ed7961a6d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b453ed9-61a1-4706-bac8-7ed175f63faa" dur="1"/>
                  <p:tgtEl>
                    <p:spTgt spid="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480d01c-5f6b-415e-9af1-961a8d90b38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f3cb751-bdd2-4ffc-8646-16c56716986c" dur="1"/>
                  <p:tgtEl>
                    <p:spTgt spid="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cfab9734-c18a-4ddd-b21f-e2437b24d76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b8e391b0-9026-40f2-b5e9-00bbbf52753d" dur="1"/>
                  <p:tgtEl>
                    <p:spTgt spid="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be17f20-f1aa-425d-a95b-e70360526d7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a301c4a-f152-4ec1-852b-27172df16530" dur="1"/>
                  <p:tgtEl>
                    <p:spTgt spid="1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f4495d8-5335-4337-9f60-000d3b00442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a1a38b5-ee94-4956-a779-55354169c158" dur="1"/>
                  <p:tgtEl>
                    <p:spTgt spid="1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6425316-2801-47c9-8bb5-464c049a657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21a4e14-7901-4ac6-a99a-07ac41b28e20" dur="1"/>
                  <p:tgtEl>
                    <p:spTgt spid="1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1d619cc-bff3-4cc9-926f-b1ac673bec9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b52b13b1-e050-4d91-9a27-056c06ca2ce2" dur="1"/>
                  <p:tgtEl>
                    <p:spTgt spid="1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b4c52ce-69c3-4403-a91e-98c09ddc4e6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f661e39-b37d-4f8c-96e2-7d5ded3a1468" dur="1"/>
                  <p:tgtEl>
                    <p:spTgt spid="1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89283a7-f0ff-4f00-825e-06c274eb17b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0d3e082-cd62-473a-a45e-245873227dd1" dur="1"/>
                  <p:tgtEl>
                    <p:spTgt spid="1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754c417-e5e9-4328-b0d5-f5654fd5d03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4613cf7-a64b-484d-b2a7-906b4729c0a6" dur="1"/>
                  <p:tgtEl>
                    <p:spTgt spid="1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5901f8d-4219-4a48-b37e-efddaa5c5fa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c279ad1-8fcd-4123-bde9-3e20cd352360" dur="1"/>
                  <p:tgtEl>
                    <p:spTgt spid="1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6c8dda8-9388-45c2-a234-33bd2646ec0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a2d5f59-1a34-45b2-8f58-e81febe83668" dur="1"/>
                  <p:tgtEl>
                    <p:spTgt spid="1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e46f3dd-0824-4a31-9b23-49093f129a2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4d9a82b-c903-499d-a127-3e86e259b53b" dur="1"/>
                  <p:tgtEl>
                    <p:spTgt spid="1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cdb88f3-cdf0-4a15-a80b-f0e17496e3a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281035c-f692-4943-a726-b34849bfde05" dur="1"/>
                  <p:tgtEl>
                    <p:spTgt spid="2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9711139e-c16e-479d-8fc3-d7d71c524f8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f2f2f90-7f42-4a32-b595-10b6121aba20" dur="1"/>
                  <p:tgtEl>
                    <p:spTgt spid="2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f04b391-9c07-4b7b-a44f-e4ccd1ca045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6d35f25-6262-4295-8786-1b5b99117877" dur="1"/>
                  <p:tgtEl>
                    <p:spTgt spid="2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9d4b97d5-de81-45db-ada5-9420966306e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7cc1ab1-da4e-4755-8f7e-5080ae0367ae" dur="1"/>
                  <p:tgtEl>
                    <p:spTgt spid="2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6228dad-bc62-4c20-a99d-709fac5bea2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43b38bb-f4b3-4d6d-976f-95865364f53f" dur="1"/>
                  <p:tgtEl>
                    <p:spTgt spid="2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0161fd4-c8f5-4b54-9933-ff3a086b05d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6367ed1-c647-4ce2-b2e6-234b3152787c" dur="1"/>
                  <p:tgtEl>
                    <p:spTgt spid="2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f23291e-894c-420e-9ec9-53903b6dc35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6a26e0b-bd20-4e38-91a4-24cf608c53af" dur="1"/>
                  <p:tgtEl>
                    <p:spTgt spid="2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97d8942-72f2-4a33-b031-3178c92f5b9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a901bed-dfed-4886-911c-ee0e89ff9514" dur="1"/>
                  <p:tgtEl>
                    <p:spTgt spid="2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063dadf-ce72-43c5-9e51-8cb2127c70f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19910ec-2243-4dde-8c50-71bec16123a5" dur="1"/>
                  <p:tgtEl>
                    <p:spTgt spid="2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c4da10a-4052-441d-b737-69381232071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caae384-6e4f-45b1-aabd-ef7bb2ea0301" dur="1"/>
                  <p:tgtEl>
                    <p:spTgt spid="2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⚙️ 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48072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clrMapOvr>
    <a:masterClrMapping/>
  </p:clrMapOvr>
  <p:transition spd="med">
    <p:fade/>
  </p:transition>
  <p:timing>
    <p:tnLst>
      <p:seq concurrent="0">
        <p:cTn id="ae9695e9-3b8d-4985-8ca8-077f00354eee" dur="indefinite">
          <p:stCondLst>
            <p:cond delay="0"/>
          </p:stCondLst>
        </p:cTn>
        <p:childTnLst>
          <p:par>
            <p:cTn id="156ac657-6a5e-4ae5-a42a-8b2d8dd5c63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d709982-f6aa-4740-ab79-6fac1417bb7b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63a89fb-693a-439e-888c-3a3f9018d27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b686cab-d688-4c1e-afa7-ebbeea2df6cb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433f45f-a252-4e00-bc3e-05441720ce1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4471b4a-16e9-476d-bd16-949786168c78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741cc35-8f9b-40c9-a8c4-8d441f74899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e4f5a85-ba8e-4412-a473-568a14d2a49a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bfda444-8110-4732-964f-16a60da50b0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2ea9c0e-e891-44d2-88ce-cc40f7f20db7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06f20d9-be12-41e8-b65e-7d3da5074a7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03e69a2-d2a1-4ace-a3bf-c71bf2022b72" dur="1"/>
                  <p:tgtEl>
                    <p:spTgt spid="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1807f7d-4b08-40c4-8697-10b1b656058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608a7b4-f655-4bca-aee8-9a4e643b0714" dur="1"/>
                  <p:tgtEl>
                    <p:spTgt spid="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7553dde-05ca-4c02-8f3b-d6526e8fce4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ff7cdda-a390-4c4e-b285-677748d1c24b" dur="1"/>
                  <p:tgtEl>
                    <p:spTgt spid="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74896f9-05ac-450a-ba9e-a7e7bf941c1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b816664b-05b4-4aea-9e35-b0d170bc1e3a" dur="1"/>
                  <p:tgtEl>
                    <p:spTgt spid="1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604d5bce-7ee8-4b3f-9883-d925be83903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1169a63-e27c-4b3e-be97-220224599510" dur="1"/>
                  <p:tgtEl>
                    <p:spTgt spid="1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ffb9cbb-f3bc-40cf-b23d-64225f30432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44bcbc1-053c-42e7-9dc7-37cb69dea756" dur="1"/>
                  <p:tgtEl>
                    <p:spTgt spid="1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cb9a9975-85c7-485d-9ba2-538f58eed52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5d4496c-643e-4353-bdb7-fbb8027c6bf3" dur="1"/>
                  <p:tgtEl>
                    <p:spTgt spid="1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a893abb-afcc-4a72-8f1a-ba4cb7c37f0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c9cd447-dce8-41ad-83ff-b52a0933abec" dur="1"/>
                  <p:tgtEl>
                    <p:spTgt spid="1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928eee6-ec05-4c10-b8b8-3d8875776b0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6674abe-5a50-4ed9-bfe1-e339acb5b221" dur="1"/>
                  <p:tgtEl>
                    <p:spTgt spid="1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322f080-594a-4e33-9952-f1e16155303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15423c9-7d9b-4873-b0b4-8fc534de581b" dur="1"/>
                  <p:tgtEl>
                    <p:spTgt spid="1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013e2cb-6961-4601-ac10-2956cdd60fe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208f6d4-5907-4dfd-b6ed-6b4cc7874acc" dur="1"/>
                  <p:tgtEl>
                    <p:spTgt spid="1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6e55a148-4c83-4057-a67f-4c2c887d860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ce100d1-3a08-4b93-aee1-92435fb79a8d" dur="1"/>
                  <p:tgtEl>
                    <p:spTgt spid="1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b5e72e3-fb0e-4b6d-a0a4-94de518ba63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df96386-1625-47c9-8734-7d443fa4b33b" dur="1"/>
                  <p:tgtEl>
                    <p:spTgt spid="1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32aa194-067f-4e04-be98-49c211538eb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6bfc5fa-da65-4459-9eb9-2364df75cddf" dur="1"/>
                  <p:tgtEl>
                    <p:spTgt spid="2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43043d1-e208-4653-a924-f298f8d85a1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06891a5-4624-4328-98f9-840bf840259a" dur="1"/>
                  <p:tgtEl>
                    <p:spTgt spid="2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d224d25-5741-4f30-b128-c134147597b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b6781a6-667e-4952-b9fa-8387360b7a5a" dur="1"/>
                  <p:tgtEl>
                    <p:spTgt spid="2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199b121-24c2-4dde-b168-75fc00643ea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9a54430-43c3-48f0-990e-71e78b519c19" dur="1"/>
                  <p:tgtEl>
                    <p:spTgt spid="2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98facb5-f440-4c72-b55d-c5696082cdd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3d9dc5f-3135-4ec8-854a-27c01efc055e" dur="1"/>
                  <p:tgtEl>
                    <p:spTgt spid="2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0401e39-494a-428e-8b7f-c5a05db985f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fdd205c-375c-49de-8aef-0a9ebb553234" dur="1"/>
                  <p:tgtEl>
                    <p:spTgt spid="2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b61fec8-479c-41b2-a284-a3450d5a62b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9d41651-9d8b-4e86-b39e-e3861800587c" dur="1"/>
                  <p:tgtEl>
                    <p:spTgt spid="2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37b825d-8cff-4aa9-aeb1-c455466c6f0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18fee04-292b-4ab3-8ec9-743facab9820" dur="1"/>
                  <p:tgtEl>
                    <p:spTgt spid="2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94e2949-4a44-4aa2-b9bf-b35ee23e748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71125ca-7ab8-4dcb-9053-558fb2460256" dur="1"/>
                  <p:tgtEl>
                    <p:spTgt spid="2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8a078ce-f8f7-4a17-b344-2f07bb52dee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d281cb8-af5d-4bf4-8685-a208684c1196" dur="1"/>
                  <p:tgtEl>
                    <p:spTgt spid="2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bce99b4-b518-4e47-b888-9a323f154a0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7fa24d3-b778-4019-a4d7-4c77b9842dac" dur="1"/>
                  <p:tgtEl>
                    <p:spTgt spid="3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66a34ee5-3743-49f9-a6db-3e78f2ff084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9674d76-2101-4d5b-911c-578e9245ce6b" dur="1"/>
                  <p:tgtEl>
                    <p:spTgt spid="3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338ffea-e752-46f4-b87b-ec06670481a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f6d27a1-58f9-427a-9c54-19b107ecf1b4" dur="1"/>
                  <p:tgtEl>
                    <p:spTgt spid="3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c570fde-4700-4d79-8b0d-d2877e0fe51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b1198f7-0cad-4287-8f1e-04a434872e8e" dur="1"/>
                  <p:tgtEl>
                    <p:spTgt spid="3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📊 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3035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3035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3035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3035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clrMapOvr>
    <a:masterClrMapping/>
  </p:clrMapOvr>
  <p:transition spd="med">
    <p:push dir="l"/>
  </p:transition>
  <p:timing>
    <p:tnLst>
      <p:seq concurrent="0">
        <p:cTn id="79611081-e956-4311-b5b6-0a997d5b08a8" dur="indefinite">
          <p:stCondLst>
            <p:cond delay="0"/>
          </p:stCondLst>
        </p:cTn>
        <p:childTnLst>
          <p:par>
            <p:cTn id="94730f2c-91bd-404d-8013-9e714d10c55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1395185-e56e-4b0b-830e-f34685c0fef5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9eb0a135-e9c6-4529-9f2b-1389bbe52d9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d5b3908-6742-4260-b275-05cc520e8a1d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dfb8d91e-9839-43b9-900b-bfb793b25a3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c7fef02-b5a0-43e8-b40e-3b4f249fc6ed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2e62a63-7e05-4610-82ba-e05c21dc783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9b3ecdc-029e-4b31-81ed-f3d15820d0ce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4afc7ca-a126-48ec-bf2b-43156c05f05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5744e06-7741-4f10-a473-3be3beef17e5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34ca5f7-cf57-49e6-bf3e-8121045d690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c0c89473-4e4d-4143-826f-7f0a9ab01938" dur="1"/>
                  <p:tgtEl>
                    <p:spTgt spid="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c183e173-6cd4-4c32-91a5-fad20dc51ac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a659902-d2b0-4838-b71d-0dac0898612c" dur="1"/>
                  <p:tgtEl>
                    <p:spTgt spid="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f3c3e06-e5ee-42cb-bfc4-c222e694f74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df67c89-c0c1-44d8-875d-554e600a5945" dur="1"/>
                  <p:tgtEl>
                    <p:spTgt spid="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bacd4af-fce7-4132-b37c-5f06ef8d985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d2cc007-53f9-4520-bd4a-4aedf36c7a5e" dur="1"/>
                  <p:tgtEl>
                    <p:spTgt spid="1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126efd3-7222-421e-aa8a-380a294ad0b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1133240-af7f-44a8-8473-0d6565c06fa7" dur="1"/>
                  <p:tgtEl>
                    <p:spTgt spid="1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310ad5a-b7f7-4807-ab4c-33c417ce9d5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c5d5c63-73b8-4cd7-b0fb-cc66a9ca3814" dur="1"/>
                  <p:tgtEl>
                    <p:spTgt spid="1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5644b69-6393-424c-a503-bd634c1d54d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addfa67-24ab-41ce-97cf-a566c7b28a6c" dur="1"/>
                  <p:tgtEl>
                    <p:spTgt spid="1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66ef4f4-f7be-41f3-88b7-1d392a51a9f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9b13bb7-da7c-4d44-a597-f31ba028c1fd" dur="1"/>
                  <p:tgtEl>
                    <p:spTgt spid="1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8277050-b0a9-437f-a31a-4b65bad2b73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0be7e18-41bb-450f-9783-7e5b694a6321" dur="1"/>
                  <p:tgtEl>
                    <p:spTgt spid="1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a5a7f7f-f2cf-4c77-91a0-1789a8d6275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b3a8dc44-2b51-4079-857e-6877bb42f720" dur="1"/>
                  <p:tgtEl>
                    <p:spTgt spid="1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a2a6c54-1fd3-49e2-b53b-e4d54a974b3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90f27b0-fe7b-40e5-963a-b161224c7b28" dur="1"/>
                  <p:tgtEl>
                    <p:spTgt spid="1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064af9b-d3bc-4cef-917c-8f987b93f51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e291741-a264-42be-90a3-f04d13ca7620" dur="1"/>
                  <p:tgtEl>
                    <p:spTgt spid="1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7da48353-fcbc-47b3-9f3d-da52d685cab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76ec75a7-0849-40c4-b22b-ec00da64924d" dur="1"/>
                  <p:tgtEl>
                    <p:spTgt spid="1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c8030b95-7f6d-4f41-884b-23002aaa0ec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42fee9a-662b-4384-b97e-c8310f9b6925" dur="1"/>
                  <p:tgtEl>
                    <p:spTgt spid="2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60d4a334-2d5b-4415-be0f-1cba4ead745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6fc449c-fe49-4cca-b9d7-a4a34b04511e" dur="1"/>
                  <p:tgtEl>
                    <p:spTgt spid="2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🚀 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  <a:br/>
            <a:r>
              <a:t>优化RAG效果</a:t>
            </a:r>
            <a:br/>
            <a:r>
              <a:t>扩展行业模板库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  <a:br/>
            <a:r>
              <a:t>接入更多LLM</a:t>
            </a:r>
            <a:br/>
            <a:r>
              <a:t>开放API生态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  <a:br/>
            <a:r>
              <a:t>从简历到入职</a:t>
            </a:r>
            <a:br/>
            <a:r>
              <a:t>智能闭环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clrMapOvr>
    <a:masterClrMapping/>
  </p:clrMapOvr>
  <p:transition spd="med">
    <p:cover dir="r"/>
  </p:transition>
  <p:timing>
    <p:tnLst>
      <p:seq concurrent="0">
        <p:cTn id="8e7f12c1-200f-49e1-af51-9ca3e68f45d9" dur="indefinite">
          <p:stCondLst>
            <p:cond delay="0"/>
          </p:stCondLst>
        </p:cTn>
        <p:childTnLst>
          <p:par>
            <p:cTn id="165d74a3-939e-496d-84c8-2043abe058b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a3196a9-849f-400f-8e61-62d8f7bacc63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408c82f-f491-450e-9f89-083bab2c4cf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ec3997c5-b831-48e0-bda2-aba144c3332b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adaf17b-e91a-4f78-a4d8-f8a7feb5d16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7f99fe7-5775-4b27-a3a3-6328b14ae382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f9e2a92-a88d-44f4-8842-f9893e93595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4fa3eab7-988e-4dda-80d9-f1746bd0911d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fd183266-3626-43f1-a63d-8adbdf6c779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549686a-8e0d-41cf-86c0-7b0f8d96f76b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d2fe9bb-1ac7-4d98-9b31-83b20f164e2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660b44f-ccef-43db-8b24-8248b12cd562" dur="1"/>
                  <p:tgtEl>
                    <p:spTgt spid="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096d6ab-1a5a-41df-98d3-5fac8ce7be6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aa32664-59d8-4233-8a2c-8e0a556eeb6a" dur="1"/>
                  <p:tgtEl>
                    <p:spTgt spid="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20c3d46-5144-4c34-a720-bca4d83cb69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3872c72b-494f-41de-ba56-f3ec6a84ca81" dur="1"/>
                  <p:tgtEl>
                    <p:spTgt spid="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5f03a713-3c03-4c79-b497-10abe032ff6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0285727-daa4-420e-a978-ec9526ab8823" dur="1"/>
                  <p:tgtEl>
                    <p:spTgt spid="10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b2ac57f9-f904-4689-95d2-ce67d2f4ba5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85e096c9-6d04-4fcf-a447-4c3dee000139" dur="1"/>
                  <p:tgtEl>
                    <p:spTgt spid="11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a8649bf-4d53-4c54-8459-ccb3f7a93f6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5b5ae6e-d6e3-42e5-bc9d-bf922b92390d" dur="1"/>
                  <p:tgtEl>
                    <p:spTgt spid="1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ed276c31-9aac-4984-83a7-93efada6a4c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b449ad3-7243-47f5-94b2-7b3751828b70" dur="1"/>
                  <p:tgtEl>
                    <p:spTgt spid="1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42855061-e282-4f94-9be9-12251b86eba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4207ccd-1b75-4b2e-9968-d52b53be5935" dur="1"/>
                  <p:tgtEl>
                    <p:spTgt spid="1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33f497d-b90e-478e-9730-7d044e85a91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1688e968-9d04-433b-af96-6853b6ccb4f3" dur="1"/>
                  <p:tgtEl>
                    <p:spTgt spid="1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0a3f2823-0790-4fb5-862b-99962cc05e8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a2e3bd4b-c21c-4dc3-8e6f-6473a2bde568" dur="1"/>
                  <p:tgtEl>
                    <p:spTgt spid="1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684bab52-1f65-4dd5-9d0e-2e6ce60e0a6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0200e3b8-9b4c-4ae8-8fa2-d597a331f7c1" dur="1"/>
                  <p:tgtEl>
                    <p:spTgt spid="1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b2b14f9-e9e8-4845-9dc7-5570557df41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d014f002-70da-4952-8310-fdaaac0b0d16" dur="1"/>
                  <p:tgtEl>
                    <p:spTgt spid="18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cacc2931-9640-4762-8d8c-5b3d5bedf0c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2b07029d-4737-49ef-862a-ad8b1e49fb93" dur="1"/>
                  <p:tgtEl>
                    <p:spTgt spid="19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clrMapOvr>
    <a:masterClrMapping/>
  </p:clrMapOvr>
  <p:transition spd="med">
    <p:dissolve/>
  </p:transition>
  <p:timing>
    <p:tnLst>
      <p:seq concurrent="0">
        <p:cTn id="0d4b011e-2040-45f9-b1bb-67d74b978ea8" dur="indefinite">
          <p:stCondLst>
            <p:cond delay="0"/>
          </p:stCondLst>
        </p:cTn>
        <p:childTnLst>
          <p:par>
            <p:cTn id="0342d7ff-268a-441a-a525-356d651abf8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bbbbbcb-4467-45b0-81bb-19cde87c676e" dur="1"/>
                  <p:tgtEl>
                    <p:spTgt spid="2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10aef1af-f75f-4bd0-881b-e2fcf0828d8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fcaa0f76-8e1a-4c24-8fc5-23a44b1b9b92" dur="1"/>
                  <p:tgtEl>
                    <p:spTgt spid="3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29a7acdf-f217-4819-bb25-9bcb6151c88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9127b8ca-f470-4f17-8b95-7d6d6858b38e" dur="1"/>
                  <p:tgtEl>
                    <p:spTgt spid="4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88e21901-1a2f-4071-ad41-736e67f6aa7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5226e107-2ef5-4e34-8287-61f0e7b7836c" dur="1"/>
                  <p:tgtEl>
                    <p:spTgt spid="5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a33ace7b-abca-44f8-89f6-7d6251c1262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6942d33f-a327-4513-a253-ade0dca56f54" dur="1"/>
                  <p:tgtEl>
                    <p:spTgt spid="6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  <p:par>
            <p:cTn id="3c77eb80-67b7-48b7-8d0c-d2349dea799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set>
                <p:cBhvr>
                  <p:cTn id="b14a5f59-09ba-4b5b-9cf6-62ea63582fd3" dur="1"/>
                  <p:tgtEl>
                    <p:spTgt spid="7"/>
                  </p:tgtEl>
                </p:cBhvr>
                <p:attrNameLst>
                  <p:attrName>style.visibility</p:attrName>
                </p:attrNameLst>
                <p:to>
                  <p:strVal val="visible"/>
                </p:to>
              </p:set>
            </p:childTnLst>
          </p:par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