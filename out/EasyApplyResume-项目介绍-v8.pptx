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AI 驱动的智能求职与管理平台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</p:spTree>
  </p:cSld>
  <p:transition spd="med">
    <p:fade/>
  </p:transition>
  <p:timing>
    <p:tnLst>
      <p:seq concurrent="0">
        <p:cTn id="c79e6d09-1443-4035-b123-380b6c57a711" dur="indefinite">
          <p:stCondLst>
            <p:cond delay="0"/>
          </p:stCondLst>
        </p:cTn>
        <p:childTnLst>
          <p:par>
            <p:cTn id="baa3b158-4346-4494-8bb2-e4b4bb29c1c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7ce9cd2-a8db-44f9-ac8e-f52018119748" dur="500"/>
                  <p:tgtEl>
                    <p:spTgt spid="2"/>
                  </p:tgtEl>
                </p:cBhvr>
              </p:animEffect>
            </p:childTnLst>
          </p:par>
          <p:par>
            <p:cTn id="3939cce0-0707-4d10-9692-8e84a456ef2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8babe45-6344-4df4-8e7e-d6d72e395bc0" dur="500"/>
                  <p:tgtEl>
                    <p:spTgt spid="3"/>
                  </p:tgtEl>
                </p:cBhvr>
              </p:animEffect>
            </p:childTnLst>
          </p:par>
          <p:par>
            <p:cTn id="35a36429-b8a7-4473-8bb2-c12e3c5e5a2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99c9053-9139-4eea-8bd7-e0fcd3e0a91d" dur="500"/>
                  <p:tgtEl>
                    <p:spTgt spid="4"/>
                  </p:tgtEl>
                </p:cBhvr>
              </p:animEffect>
            </p:childTnLst>
          </p:par>
          <p:par>
            <p:cTn id="5a5ab52c-8069-4686-aed5-1f4cd187347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6044510-0af9-49ed-b104-9e03f429735e" dur="500"/>
                  <p:tgtEl>
                    <p:spTgt spid="5"/>
                  </p:tgtEl>
                </p:cBhvr>
              </p:animEffect>
            </p:childTnLst>
          </p:par>
          <p:par>
            <p:cTn id="6302af87-2caa-4b6b-b806-8ebd66edfe9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ca69a90-24f6-4d7b-a793-3c4a1943814b" dur="500"/>
                  <p:tgtEl>
                    <p:spTgt spid="6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🔍 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2194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rebuchet MS"/>
              </a:defRPr>
            </a:pPr>
            <a:r>
              <a:t>简历制作低效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海量模板难选择</a:t>
            </a:r>
            <a:br/>
            <a:r>
              <a:t>手动排版耗时长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4864" cy="219456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2801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信息不对称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187452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不了解企业真实需求</a:t>
            </a:r>
            <a:br/>
            <a:r>
              <a:t>JD 与简历匹配度低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864" cy="2194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Trebuchet MS"/>
              </a:defRPr>
            </a:pPr>
            <a:r>
              <a:t>运营负担重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海量数据需手动管理</a:t>
            </a:r>
            <a:br/>
            <a:r>
              <a:t>缺乏智能化运营工具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03320"/>
            <a:ext cx="53035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03320"/>
            <a:ext cx="54864" cy="2194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886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Trebuchet MS"/>
              </a:defRPr>
            </a:pPr>
            <a:r>
              <a:t>缺乏个性化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48056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通用模板不匹配行业</a:t>
            </a:r>
            <a:br/>
            <a:r>
              <a:t>缺少 AI 辅助优化</a:t>
            </a:r>
          </a:p>
        </p:txBody>
      </p:sp>
    </p:spTree>
  </p:cSld>
  <p:transition spd="med">
    <p:push dir="l"/>
  </p:transition>
  <p:timing>
    <p:tnLst>
      <p:seq concurrent="0">
        <p:cTn id="b20c5558-c537-4324-9f63-3a292e9073bc" dur="indefinite">
          <p:stCondLst>
            <p:cond delay="0"/>
          </p:stCondLst>
        </p:cTn>
        <p:childTnLst>
          <p:par>
            <p:cTn id="f4196f22-8f13-4103-9cf1-32e065bcb15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64bf5af-f422-4f99-b635-db82a7b30180" dur="500"/>
                  <p:tgtEl>
                    <p:spTgt spid="2"/>
                  </p:tgtEl>
                </p:cBhvr>
              </p:animEffect>
            </p:childTnLst>
          </p:par>
          <p:par>
            <p:cTn id="4385f070-0388-4cd7-aa74-596475ad74c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568190b-5914-4306-a1ac-09ec79dc3940" dur="500"/>
                  <p:tgtEl>
                    <p:spTgt spid="3"/>
                  </p:tgtEl>
                </p:cBhvr>
              </p:animEffect>
            </p:childTnLst>
          </p:par>
          <p:par>
            <p:cTn id="69c63e23-ebcf-447e-86fd-cd4d21614fe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9c7e317-cc88-48b1-811d-1283df351e8c" dur="500"/>
                  <p:tgtEl>
                    <p:spTgt spid="4"/>
                  </p:tgtEl>
                </p:cBhvr>
              </p:animEffect>
            </p:childTnLst>
          </p:par>
          <p:par>
            <p:cTn id="c2e69e4d-f8e8-40c1-b410-60db31b201f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85693a6-1527-485a-8220-adc24cbd5f30" dur="500"/>
                  <p:tgtEl>
                    <p:spTgt spid="5"/>
                  </p:tgtEl>
                </p:cBhvr>
              </p:animEffect>
            </p:childTnLst>
          </p:par>
          <p:par>
            <p:cTn id="c4b0a7ac-7e3e-4b1a-9d5a-1ce2d8cd2f0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dc0b382-0ab1-4e1d-b620-ff69e0084b3b" dur="500"/>
                  <p:tgtEl>
                    <p:spTgt spid="6"/>
                  </p:tgtEl>
                </p:cBhvr>
              </p:animEffect>
            </p:childTnLst>
          </p:par>
          <p:par>
            <p:cTn id="8f4ca1d5-7c7d-49c7-ba6d-94b93b20330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151230c-2964-461a-ac3d-6749d3ae0a31" dur="500"/>
                  <p:tgtEl>
                    <p:spTgt spid="7"/>
                  </p:tgtEl>
                </p:cBhvr>
              </p:animEffect>
            </p:childTnLst>
          </p:par>
          <p:par>
            <p:cTn id="ab6ac28f-5bcc-4bed-a730-374c5ade543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a295de3-d2cd-4c9d-9a0d-b2bae8bf1131" dur="500"/>
                  <p:tgtEl>
                    <p:spTgt spid="8"/>
                  </p:tgtEl>
                </p:cBhvr>
              </p:animEffect>
            </p:childTnLst>
          </p:par>
          <p:par>
            <p:cTn id="04d05405-eacf-42ae-8797-460315a8462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7acc446-16f5-44ff-92f9-6ed55a65781a" dur="500"/>
                  <p:tgtEl>
                    <p:spTgt spid="9"/>
                  </p:tgtEl>
                </p:cBhvr>
              </p:animEffect>
            </p:childTnLst>
          </p:par>
          <p:par>
            <p:cTn id="0315bbee-dd2c-4c26-9637-2a06e56c25c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db97405-255b-4a86-be9d-454f4c21022c" dur="500"/>
                  <p:tgtEl>
                    <p:spTgt spid="10"/>
                  </p:tgtEl>
                </p:cBhvr>
              </p:animEffect>
            </p:childTnLst>
          </p:par>
          <p:par>
            <p:cTn id="5629ec80-0d29-4088-97d4-3c2e52b6af4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318b84c-34e0-4a1f-a235-727dc640ccc4" dur="500"/>
                  <p:tgtEl>
                    <p:spTgt spid="11"/>
                  </p:tgtEl>
                </p:cBhvr>
              </p:animEffect>
            </p:childTnLst>
          </p:par>
          <p:par>
            <p:cTn id="b0b27322-921a-4e1f-bda5-ce0ae7414c8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4baf239-3767-4b87-9ff8-882757e47cbe" dur="500"/>
                  <p:tgtEl>
                    <p:spTgt spid="12"/>
                  </p:tgtEl>
                </p:cBhvr>
              </p:animEffect>
            </p:childTnLst>
          </p:par>
          <p:par>
            <p:cTn id="cc16b889-3d3c-4730-a1bd-626e37b47a1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dcccbf2-6c23-45be-8b3c-b4c221fa5c53" dur="500"/>
                  <p:tgtEl>
                    <p:spTgt spid="13"/>
                  </p:tgtEl>
                </p:cBhvr>
              </p:animEffect>
            </p:childTnLst>
          </p:par>
          <p:par>
            <p:cTn id="6bdead4e-47f8-4221-9ced-ee8f97e2c77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700fca6-a59a-48be-b12d-6f2b3c5a000c" dur="500"/>
                  <p:tgtEl>
                    <p:spTgt spid="14"/>
                  </p:tgtEl>
                </p:cBhvr>
              </p:animEffect>
            </p:childTnLst>
          </p:par>
          <p:par>
            <p:cTn id="386ce817-86d4-4160-9c78-ad520445993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856e9b5-0bbb-4d93-888b-28bbd75c0238" dur="500"/>
                  <p:tgtEl>
                    <p:spTgt spid="15"/>
                  </p:tgtEl>
                </p:cBhvr>
              </p:animEffect>
            </p:childTnLst>
          </p:par>
          <p:par>
            <p:cTn id="d2e65725-db4a-4d44-b365-c4041d43dd1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c7ca8fe-64a2-4443-8fa9-0f4651a33c73" dur="500"/>
                  <p:tgtEl>
                    <p:spTgt spid="16"/>
                  </p:tgtEl>
                </p:cBhvr>
              </p:animEffect>
            </p:childTnLst>
          </p:par>
          <p:par>
            <p:cTn id="ed4e0656-1223-4008-b4fa-4aa640b944a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65ea3fc-6a6e-435a-a51a-bfdb81d123cc" dur="500"/>
                  <p:tgtEl>
                    <p:spTgt spid="17"/>
                  </p:tgtEl>
                </p:cBhvr>
              </p:animEffect>
            </p:childTnLst>
          </p:par>
          <p:par>
            <p:cTn id="32e781fb-9be2-41df-840e-5cbcc2809d4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7b59dc2-e6e1-4213-b42f-77e4902e8ca5" dur="500"/>
                  <p:tgtEl>
                    <p:spTgt spid="18"/>
                  </p:tgtEl>
                </p:cBhvr>
              </p:animEffect>
            </p:childTnLst>
          </p:par>
          <p:par>
            <p:cTn id="f9dbbaa0-1031-4355-901f-0ffd292e976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f3c74a6-47b3-4a2f-a6c9-c88f19687bbe" dur="500"/>
                  <p:tgtEl>
                    <p:spTgt spid="19"/>
                  </p:tgtEl>
                </p:cBhvr>
              </p:animEffect>
            </p:childTnLst>
          </p:par>
          <p:par>
            <p:cTn id="725e4d01-3af4-4042-91b4-bd2d0baf2b3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adda482-de9e-4d23-8335-625d19979b2f" dur="500"/>
                  <p:tgtEl>
                    <p:spTgt spid="20"/>
                  </p:tgtEl>
                </p:cBhvr>
              </p:animEffect>
            </p:childTnLst>
          </p:par>
          <p:par>
            <p:cTn id="592e7f92-ecc7-4712-a436-d917e9f70ec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9180c33-5d79-4105-b842-c8115a77b684" dur="500"/>
                  <p:tgtEl>
                    <p:spTgt spid="21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🛠️ 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347472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基础框架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Boot 3.3.5 + Java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Security 双链认证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MyBatis-Plus 3.5.7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Nacos 配置中心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097280"/>
            <a:ext cx="3474720" cy="45720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1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AI &amp;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3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Spring AI 多模型适配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3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ReAct Agent 智能体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3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RAG 检索增强生成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3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DashScope / 智谱 / Ollama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19" y="1097280"/>
            <a:ext cx="347472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1097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rebuchet MS"/>
              </a:defRPr>
            </a:pPr>
            <a:r>
              <a:t>数据与存储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182880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1901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MySQL + PostgreSQL/PgVector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233172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2404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Redis 缓存 &amp; 消息通知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283464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2907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MinIO / 七牛云OSS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3337560"/>
            <a:ext cx="347472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Docker 容器化部署</a:t>
            </a:r>
          </a:p>
        </p:txBody>
      </p:sp>
    </p:spTree>
  </p:cSld>
  <p:transition spd="med">
    <p:cover dir="r"/>
  </p:transition>
  <p:timing>
    <p:tnLst>
      <p:seq concurrent="0">
        <p:cTn id="a9a9d100-1b2e-4c37-9f45-1f864a7c68ab" dur="indefinite">
          <p:stCondLst>
            <p:cond delay="0"/>
          </p:stCondLst>
        </p:cTn>
        <p:childTnLst>
          <p:par>
            <p:cTn id="07b90a93-72bd-4d54-91e3-1ab79e9d4dc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4cfe266-c76a-4bb0-abfb-fe1cffcee8fa" dur="500"/>
                  <p:tgtEl>
                    <p:spTgt spid="2"/>
                  </p:tgtEl>
                </p:cBhvr>
              </p:animEffect>
            </p:childTnLst>
          </p:par>
          <p:par>
            <p:cTn id="87c65013-1cfd-442b-b727-ad8e971f659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3ff246b-c1e1-4da2-879c-ae1f4aa8c715" dur="500"/>
                  <p:tgtEl>
                    <p:spTgt spid="3"/>
                  </p:tgtEl>
                </p:cBhvr>
              </p:animEffect>
            </p:childTnLst>
          </p:par>
          <p:par>
            <p:cTn id="c4f469e6-34a1-44c1-99e3-6d776a82519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1c8297b-5572-44bd-afc1-4685249958ad" dur="500"/>
                  <p:tgtEl>
                    <p:spTgt spid="4"/>
                  </p:tgtEl>
                </p:cBhvr>
              </p:animEffect>
            </p:childTnLst>
          </p:par>
          <p:par>
            <p:cTn id="aaf78a58-09e5-4975-9a06-e23958d5878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ed3547c-be7a-418e-966c-a83a47e8c4c5" dur="500"/>
                  <p:tgtEl>
                    <p:spTgt spid="5"/>
                  </p:tgtEl>
                </p:cBhvr>
              </p:animEffect>
            </p:childTnLst>
          </p:par>
          <p:par>
            <p:cTn id="5e162389-6b29-492c-83c3-722d9546d01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f0ca20b-a1c3-4221-a25d-599d43b509b2" dur="500"/>
                  <p:tgtEl>
                    <p:spTgt spid="6"/>
                  </p:tgtEl>
                </p:cBhvr>
              </p:animEffect>
            </p:childTnLst>
          </p:par>
          <p:par>
            <p:cTn id="717394f3-3a57-4054-971d-b85f171486c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f5280b3-6109-43c3-bba4-77f52d1ec94f" dur="500"/>
                  <p:tgtEl>
                    <p:spTgt spid="7"/>
                  </p:tgtEl>
                </p:cBhvr>
              </p:animEffect>
            </p:childTnLst>
          </p:par>
          <p:par>
            <p:cTn id="a62e52f3-4cba-48fc-a940-72f7487a97b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eb5a2b8-68ba-447e-88ca-c9fc084884bf" dur="500"/>
                  <p:tgtEl>
                    <p:spTgt spid="8"/>
                  </p:tgtEl>
                </p:cBhvr>
              </p:animEffect>
            </p:childTnLst>
          </p:par>
          <p:par>
            <p:cTn id="a3dfe6e9-7d7e-4f12-ad50-ce3b23561b9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5a5eb8d-4cad-4972-9e6e-386682520b6e" dur="500"/>
                  <p:tgtEl>
                    <p:spTgt spid="9"/>
                  </p:tgtEl>
                </p:cBhvr>
              </p:animEffect>
            </p:childTnLst>
          </p:par>
          <p:par>
            <p:cTn id="fcd8af87-141d-403b-9bcc-e87be809d2f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a2ca0eb-a60d-4254-b730-d5f52eaa25c0" dur="500"/>
                  <p:tgtEl>
                    <p:spTgt spid="10"/>
                  </p:tgtEl>
                </p:cBhvr>
              </p:animEffect>
            </p:childTnLst>
          </p:par>
          <p:par>
            <p:cTn id="ca30ed1d-7e82-496c-948e-94d4b495cc8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fa3fd34-0a7f-4dc3-9bb7-1330634fc2c2" dur="500"/>
                  <p:tgtEl>
                    <p:spTgt spid="11"/>
                  </p:tgtEl>
                </p:cBhvr>
              </p:animEffect>
            </p:childTnLst>
          </p:par>
          <p:par>
            <p:cTn id="181aa96c-57e8-47c8-a651-121d7a7f5b1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5c9dee7-e592-4d5d-8a04-9c6dcd64b08b" dur="500"/>
                  <p:tgtEl>
                    <p:spTgt spid="12"/>
                  </p:tgtEl>
                </p:cBhvr>
              </p:animEffect>
            </p:childTnLst>
          </p:par>
          <p:par>
            <p:cTn id="24733bf7-3a0a-4776-b642-52ce4721ebd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1808919-dd75-46a5-9c25-62157aff1441" dur="500"/>
                  <p:tgtEl>
                    <p:spTgt spid="13"/>
                  </p:tgtEl>
                </p:cBhvr>
              </p:animEffect>
            </p:childTnLst>
          </p:par>
          <p:par>
            <p:cTn id="5f41689b-401d-4474-8214-a14f03bc329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d304aa3-fe06-4885-948e-50b030b146b6" dur="500"/>
                  <p:tgtEl>
                    <p:spTgt spid="14"/>
                  </p:tgtEl>
                </p:cBhvr>
              </p:animEffect>
            </p:childTnLst>
          </p:par>
          <p:par>
            <p:cTn id="92f74868-4e03-489e-9079-75de8b47010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246e32d-dfc9-416a-8cd7-5011833d0576" dur="500"/>
                  <p:tgtEl>
                    <p:spTgt spid="15"/>
                  </p:tgtEl>
                </p:cBhvr>
              </p:animEffect>
            </p:childTnLst>
          </p:par>
          <p:par>
            <p:cTn id="23cbd75d-5a7f-4429-8b13-9046a619de0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afb6e69-17a8-4562-9094-47d28712d71b" dur="500"/>
                  <p:tgtEl>
                    <p:spTgt spid="16"/>
                  </p:tgtEl>
                </p:cBhvr>
              </p:animEffect>
            </p:childTnLst>
          </p:par>
          <p:par>
            <p:cTn id="740e0933-94f4-4dd9-b050-dacbcdccd53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0c12c11-7009-43b9-b25a-47c525059aa7" dur="500"/>
                  <p:tgtEl>
                    <p:spTgt spid="17"/>
                  </p:tgtEl>
                </p:cBhvr>
              </p:animEffect>
            </p:childTnLst>
          </p:par>
          <p:par>
            <p:cTn id="8c99d077-718b-4aed-ae63-b36ce8f52a2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37ea2ca-e684-4bcc-9e81-dd6ba8b7c618" dur="500"/>
                  <p:tgtEl>
                    <p:spTgt spid="18"/>
                  </p:tgtEl>
                </p:cBhvr>
              </p:animEffect>
            </p:childTnLst>
          </p:par>
          <p:par>
            <p:cTn id="f5fd6601-82ad-4c08-aabe-5253f5fe548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a891ce5-3d81-46c6-aea9-c7fa930de4f5" dur="500"/>
                  <p:tgtEl>
                    <p:spTgt spid="19"/>
                  </p:tgtEl>
                </p:cBhvr>
              </p:animEffect>
            </p:childTnLst>
          </p:par>
          <p:par>
            <p:cTn id="0150ca27-1f60-4430-a225-7b8a5dea19c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0c6a736-fc60-4fb3-ba06-2ccb6d3da90b" dur="500"/>
                  <p:tgtEl>
                    <p:spTgt spid="20"/>
                  </p:tgtEl>
                </p:cBhvr>
              </p:animEffect>
            </p:childTnLst>
          </p:par>
          <p:par>
            <p:cTn id="2b40e941-7787-4f78-8612-3a7ea02b417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035ab10-d9d7-449d-95be-489683504563" dur="500"/>
                  <p:tgtEl>
                    <p:spTgt spid="21"/>
                  </p:tgtEl>
                </p:cBhvr>
              </p:animEffect>
            </p:childTnLst>
          </p:par>
          <p:par>
            <p:cTn id="d18e3677-864d-44d5-8e76-72c646d1456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428c20e-b9c5-4a19-a814-0708edd8d414" dur="500"/>
                  <p:tgtEl>
                    <p:spTgt spid="22"/>
                  </p:tgtEl>
                </p:cBhvr>
              </p:animEffect>
            </p:childTnLst>
          </p:par>
          <p:par>
            <p:cTn id="b73f9558-6efc-419a-bdb9-f3960585e4f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69536f6-49cd-4dba-b239-507ebf8eca3c" dur="500"/>
                  <p:tgtEl>
                    <p:spTgt spid="23"/>
                  </p:tgtEl>
                </p:cBhvr>
              </p:animEffect>
            </p:childTnLst>
          </p:par>
          <p:par>
            <p:cTn id="86a63023-b7bd-460c-aea0-8b9a38890dc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b6a4381-c4d1-41e8-91fc-d0a36fcc5547" dur="500"/>
                  <p:tgtEl>
                    <p:spTgt spid="24"/>
                  </p:tgtEl>
                </p:cBhvr>
              </p:animEffect>
            </p:childTnLst>
          </p:par>
          <p:par>
            <p:cTn id="fa240b15-9873-4055-820c-54e7dd73a89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59edbee-9adb-4f80-b416-e368042b226f" dur="500"/>
                  <p:tgtEl>
                    <p:spTgt spid="25"/>
                  </p:tgtEl>
                </p:cBhvr>
              </p:animEffect>
            </p:childTnLst>
          </p:par>
          <p:par>
            <p:cTn id="ca89b204-de05-42be-9738-b40b4944bab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97cc6f7-6967-44bf-8262-36e747b81c35" dur="500"/>
                  <p:tgtEl>
                    <p:spTgt spid="26"/>
                  </p:tgtEl>
                </p:cBhvr>
              </p:animEffect>
            </p:childTnLst>
          </p:par>
          <p:par>
            <p:cTn id="8e516c1c-140c-4b86-b6e5-37589a4eef0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c469f70-e3a0-44f6-a8f3-b12052322acb" dur="500"/>
                  <p:tgtEl>
                    <p:spTgt spid="27"/>
                  </p:tgtEl>
                </p:cBhvr>
              </p:animEffect>
            </p:childTnLst>
          </p:par>
          <p:par>
            <p:cTn id="54ec7627-dc92-4c43-b198-73fc2a7c472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336142f-9053-4ab6-8cbd-066079d96413" dur="500"/>
                  <p:tgtEl>
                    <p:spTgt spid="28"/>
                  </p:tgtEl>
                </p:cBhvr>
              </p:animEffect>
            </p:childTnLst>
          </p:par>
          <p:par>
            <p:cTn id="07fd676c-d16d-4bca-9101-ed9f2b4f893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1fb50be-bdf7-4ae0-858d-078d32839ba4" dur="500"/>
                  <p:tgtEl>
                    <p:spTgt spid="29"/>
                  </p:tgtEl>
                </p:cBhvr>
              </p:animEffect>
            </p:childTnLst>
          </p:par>
          <p:par>
            <p:cTn id="04119ef3-ff2d-48bf-b4f0-079bff447a3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e70b25d-f073-483f-9924-7f9495269e5d" dur="500"/>
                  <p:tgtEl>
                    <p:spTgt spid="30"/>
                  </p:tgtEl>
                </p:cBhvr>
              </p:animEffect>
            </p:childTnLst>
          </p:par>
          <p:par>
            <p:cTn id="3b4e82aa-df4f-41d2-85fb-de8240d0e8a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062620f-4fe6-4bde-99f0-d8e31e8122cf" dur="500"/>
                  <p:tgtEl>
                    <p:spTgt spid="31"/>
                  </p:tgtEl>
                </p:cBhvr>
              </p:animEffect>
            </p:childTnLst>
          </p:par>
          <p:par>
            <p:cTn id="c1423714-390d-4ae6-95b5-ce46546518f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2050ecc-697f-4d82-8101-27d521f99834" dur="500"/>
                  <p:tgtEl>
                    <p:spTgt spid="32"/>
                  </p:tgtEl>
                </p:cBhvr>
              </p:animEffect>
            </p:childTnLst>
          </p:par>
          <p:par>
            <p:cTn id="538d886a-d45c-4cb9-856f-35ab8029656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306a15f-3688-4fd6-9104-5a3ff4a251cf" dur="500"/>
                  <p:tgtEl>
                    <p:spTgt spid="33"/>
                  </p:tgtEl>
                </p:cBhvr>
              </p:animEffect>
            </p:childTnLst>
          </p:par>
          <p:par>
            <p:cTn id="a222b7e7-4047-44d5-8a4f-5403786df11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56d0034-c9b8-45ea-872b-f18489489891" dur="500"/>
                  <p:tgtEl>
                    <p:spTgt spid="34"/>
                  </p:tgtEl>
                </p:cBhvr>
              </p:animEffect>
            </p:childTnLst>
          </p:par>
          <p:par>
            <p:cTn id="6460923d-3812-4759-b054-a79beb32a46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025fbd6-120c-46e4-b27f-0f890debfa0c" dur="500"/>
                  <p:tgtEl>
                    <p:spTgt spid="35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🧠 AI 智能体架构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4864" cy="10972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BaseAgent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LLM调用 · 记忆管理 · 基础抽象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54864" cy="10972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ReActAgent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思考 → 行动 → 观察循环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520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Calibri"/>
              </a:defRPr>
            </a:pPr>
            <a:r>
              <a:t>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502920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54864" cy="10972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ToolCallAgent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工具注册 · Function Calling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Trebuchet MS"/>
              </a:defRPr>
            </a:pPr>
            <a:r>
              <a:t>核心组件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916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691640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RAG 知识库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039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PgVector + 云知识库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441448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441448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4871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工具调用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Web搜索 · 终端 · 文件 · 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91256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191256"/>
            <a:ext cx="54864" cy="6400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2369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对话记忆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5387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MySQL 持久化 + 内存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941064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41064"/>
            <a:ext cx="54864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9867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Trebuchet MS"/>
              </a:defRPr>
            </a:pPr>
            <a:r>
              <a:t>安全过滤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428853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敏感词 · 权限控制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690872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4690872"/>
            <a:ext cx="54864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365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MCP 客户端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5038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多协议工具集成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44067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5440679"/>
            <a:ext cx="54864" cy="64008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54863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流式输出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788151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SSE 实时对话</a:t>
            </a:r>
          </a:p>
        </p:txBody>
      </p:sp>
    </p:spTree>
  </p:cSld>
  <p:transition spd="med">
    <p:wipe dir="l"/>
  </p:transition>
  <p:timing>
    <p:tnLst>
      <p:seq concurrent="0">
        <p:cTn id="6c3fe67d-4e90-4ead-a40f-d8af5e2ac4e1" dur="indefinite">
          <p:stCondLst>
            <p:cond delay="0"/>
          </p:stCondLst>
        </p:cTn>
        <p:childTnLst>
          <p:par>
            <p:cTn id="b8eacb6b-a041-4187-9c92-fdfb3b8a0e9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0287f6a-7df7-4fe7-b12e-21e34830fc65" dur="500"/>
                  <p:tgtEl>
                    <p:spTgt spid="2"/>
                  </p:tgtEl>
                </p:cBhvr>
              </p:animEffect>
            </p:childTnLst>
          </p:par>
          <p:par>
            <p:cTn id="5899f6b7-e518-4158-937a-867a5c1467e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da0233f-eb94-43b9-877a-5527ae0d8723" dur="500"/>
                  <p:tgtEl>
                    <p:spTgt spid="3"/>
                  </p:tgtEl>
                </p:cBhvr>
              </p:animEffect>
            </p:childTnLst>
          </p:par>
          <p:par>
            <p:cTn id="1a96ab5e-e146-45af-8afa-27605471857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bf6673c-23f0-4f25-b68c-e238532fa8a6" dur="500"/>
                  <p:tgtEl>
                    <p:spTgt spid="4"/>
                  </p:tgtEl>
                </p:cBhvr>
              </p:animEffect>
            </p:childTnLst>
          </p:par>
          <p:par>
            <p:cTn id="1dfecc51-6c26-4b34-812e-8263930fe94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f58806b-4c95-47c3-a3ff-78a8b1020012" dur="500"/>
                  <p:tgtEl>
                    <p:spTgt spid="5"/>
                  </p:tgtEl>
                </p:cBhvr>
              </p:animEffect>
            </p:childTnLst>
          </p:par>
          <p:par>
            <p:cTn id="fb313631-56d1-4889-a078-50b6e9868a2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ceb30ba-b719-419c-8191-7adf686a19ff" dur="500"/>
                  <p:tgtEl>
                    <p:spTgt spid="6"/>
                  </p:tgtEl>
                </p:cBhvr>
              </p:animEffect>
            </p:childTnLst>
          </p:par>
          <p:par>
            <p:cTn id="10237967-4930-46da-b92a-b03374c46fe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a85e2fc-bce0-479a-ba60-bb9f76e9ab4b" dur="500"/>
                  <p:tgtEl>
                    <p:spTgt spid="7"/>
                  </p:tgtEl>
                </p:cBhvr>
              </p:animEffect>
            </p:childTnLst>
          </p:par>
          <p:par>
            <p:cTn id="010a1122-5947-4364-b8c7-50d07af80e5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a3a1c8f-481c-48e3-aa57-0594cd4fae97" dur="500"/>
                  <p:tgtEl>
                    <p:spTgt spid="8"/>
                  </p:tgtEl>
                </p:cBhvr>
              </p:animEffect>
            </p:childTnLst>
          </p:par>
          <p:par>
            <p:cTn id="e72e2334-b231-426a-9ad9-ed877be5a86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e0630bc-3292-40cc-9590-648dec87303e" dur="500"/>
                  <p:tgtEl>
                    <p:spTgt spid="9"/>
                  </p:tgtEl>
                </p:cBhvr>
              </p:animEffect>
            </p:childTnLst>
          </p:par>
          <p:par>
            <p:cTn id="e09f39bc-bcbf-40de-a8d6-e7cf39f9c81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222861c-7f81-4eda-9196-83b47b2642fc" dur="500"/>
                  <p:tgtEl>
                    <p:spTgt spid="10"/>
                  </p:tgtEl>
                </p:cBhvr>
              </p:animEffect>
            </p:childTnLst>
          </p:par>
          <p:par>
            <p:cTn id="dac1e5b7-9cf2-45f0-b8d0-96c55cfc97c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4b973a8-0910-4873-bcf4-0c6f2bd2e353" dur="500"/>
                  <p:tgtEl>
                    <p:spTgt spid="11"/>
                  </p:tgtEl>
                </p:cBhvr>
              </p:animEffect>
            </p:childTnLst>
          </p:par>
          <p:par>
            <p:cTn id="b29db91d-f2c4-489d-8012-147c14a749c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34fdb56-d683-4703-aa34-789a40ece413" dur="500"/>
                  <p:tgtEl>
                    <p:spTgt spid="12"/>
                  </p:tgtEl>
                </p:cBhvr>
              </p:animEffect>
            </p:childTnLst>
          </p:par>
          <p:par>
            <p:cTn id="13bbbe63-56c5-46ff-9cce-8102f39c781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6174d85-d7c4-4029-9da2-65fa8bcfcc4d" dur="500"/>
                  <p:tgtEl>
                    <p:spTgt spid="13"/>
                  </p:tgtEl>
                </p:cBhvr>
              </p:animEffect>
            </p:childTnLst>
          </p:par>
          <p:par>
            <p:cTn id="3e888cfe-b0f9-4014-a9be-d28fc3a4399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a141734-5096-434c-bc2b-9aeeef2dfc27" dur="500"/>
                  <p:tgtEl>
                    <p:spTgt spid="14"/>
                  </p:tgtEl>
                </p:cBhvr>
              </p:animEffect>
            </p:childTnLst>
          </p:par>
          <p:par>
            <p:cTn id="7fff654b-a1a3-4631-ac5c-e82c00ea3a7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351c198-d6d0-4ee3-a84d-f78b016f35bb" dur="500"/>
                  <p:tgtEl>
                    <p:spTgt spid="15"/>
                  </p:tgtEl>
                </p:cBhvr>
              </p:animEffect>
            </p:childTnLst>
          </p:par>
          <p:par>
            <p:cTn id="8b37e88f-d110-4699-bab2-8743a3de671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703fd54-b7bd-4a7f-9357-a143f84ab61a" dur="500"/>
                  <p:tgtEl>
                    <p:spTgt spid="16"/>
                  </p:tgtEl>
                </p:cBhvr>
              </p:animEffect>
            </p:childTnLst>
          </p:par>
          <p:par>
            <p:cTn id="fbc894aa-2e7c-4691-b72b-9a54ab722e4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87d3f9a-6a59-4a7a-8132-479d8ecd294b" dur="500"/>
                  <p:tgtEl>
                    <p:spTgt spid="17"/>
                  </p:tgtEl>
                </p:cBhvr>
              </p:animEffect>
            </p:childTnLst>
          </p:par>
          <p:par>
            <p:cTn id="a3fe4a34-3ea4-471f-bfdd-1a71c15268e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c825f30-aa6a-46f6-a135-2cee4a589365" dur="500"/>
                  <p:tgtEl>
                    <p:spTgt spid="18"/>
                  </p:tgtEl>
                </p:cBhvr>
              </p:animEffect>
            </p:childTnLst>
          </p:par>
          <p:par>
            <p:cTn id="2d00dbae-96df-432c-965d-80cdd4d7286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3e5720b-cd06-47d2-a08f-acf84ac593e7" dur="500"/>
                  <p:tgtEl>
                    <p:spTgt spid="19"/>
                  </p:tgtEl>
                </p:cBhvr>
              </p:animEffect>
            </p:childTnLst>
          </p:par>
          <p:par>
            <p:cTn id="26539ca2-84f6-4cd2-ad9f-b9c35a78de2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a19a90c-0a67-4a24-a1ac-5aa35edcba5b" dur="500"/>
                  <p:tgtEl>
                    <p:spTgt spid="20"/>
                  </p:tgtEl>
                </p:cBhvr>
              </p:animEffect>
            </p:childTnLst>
          </p:par>
          <p:par>
            <p:cTn id="d8a3820d-6c44-43cc-ad57-99499198295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17abc85-ffdb-45d3-bc1a-b9d3bb0858a7" dur="500"/>
                  <p:tgtEl>
                    <p:spTgt spid="21"/>
                  </p:tgtEl>
                </p:cBhvr>
              </p:animEffect>
            </p:childTnLst>
          </p:par>
          <p:par>
            <p:cTn id="a441ae77-6330-4cc2-b802-d643cf0bd1a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e0d4b6f-c79c-4fc2-9119-804193c7a701" dur="500"/>
                  <p:tgtEl>
                    <p:spTgt spid="22"/>
                  </p:tgtEl>
                </p:cBhvr>
              </p:animEffect>
            </p:childTnLst>
          </p:par>
          <p:par>
            <p:cTn id="2a2df0e4-3b01-4d3b-a6f4-d2e88b301aa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23c8922-ec40-407a-a742-a21962bb2c51" dur="500"/>
                  <p:tgtEl>
                    <p:spTgt spid="23"/>
                  </p:tgtEl>
                </p:cBhvr>
              </p:animEffect>
            </p:childTnLst>
          </p:par>
          <p:par>
            <p:cTn id="a3dcca99-d949-44fc-a052-33ddc6adf76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94630fd-2ef7-4e9a-98c8-a947006f33ff" dur="500"/>
                  <p:tgtEl>
                    <p:spTgt spid="24"/>
                  </p:tgtEl>
                </p:cBhvr>
              </p:animEffect>
            </p:childTnLst>
          </p:par>
          <p:par>
            <p:cTn id="dfe0efd3-dfce-4af4-925d-6b29e0c673e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d7d30f7-f3f3-4e88-baf3-affd8f13526b" dur="500"/>
                  <p:tgtEl>
                    <p:spTgt spid="25"/>
                  </p:tgtEl>
                </p:cBhvr>
              </p:animEffect>
            </p:childTnLst>
          </p:par>
          <p:par>
            <p:cTn id="1e0eb15f-48d6-4a3e-b6c8-2f06ce0bbb4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e42b2a6-1b72-42f2-b788-3388fcf9f7f9" dur="500"/>
                  <p:tgtEl>
                    <p:spTgt spid="26"/>
                  </p:tgtEl>
                </p:cBhvr>
              </p:animEffect>
            </p:childTnLst>
          </p:par>
          <p:par>
            <p:cTn id="9346b5e4-a0e4-4cbd-8296-569ba5fd9b3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55beda5-4aff-45c5-a2fd-8d342229b9d7" dur="500"/>
                  <p:tgtEl>
                    <p:spTgt spid="27"/>
                  </p:tgtEl>
                </p:cBhvr>
              </p:animEffect>
            </p:childTnLst>
          </p:par>
          <p:par>
            <p:cTn id="3d8395d4-8aae-4ff3-ba8f-8475e75e6cc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842d9db-3297-4ae1-8f99-4b512b7f968d" dur="500"/>
                  <p:tgtEl>
                    <p:spTgt spid="28"/>
                  </p:tgtEl>
                </p:cBhvr>
              </p:animEffect>
            </p:childTnLst>
          </p:par>
          <p:par>
            <p:cTn id="0d067580-2025-475f-9f86-e3a4c28cd37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4335f93-164c-422a-b70d-eb7a0695f292" dur="500"/>
                  <p:tgtEl>
                    <p:spTgt spid="29"/>
                  </p:tgtEl>
                </p:cBhvr>
              </p:animEffect>
            </p:childTnLst>
          </p:par>
          <p:par>
            <p:cTn id="8372d036-6485-44e1-9520-1e8ca088cba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30a94d6-c2f4-4044-933b-f341d3b52d65" dur="500"/>
                  <p:tgtEl>
                    <p:spTgt spid="30"/>
                  </p:tgtEl>
                </p:cBhvr>
              </p:animEffect>
            </p:childTnLst>
          </p:par>
          <p:par>
            <p:cTn id="f7f020c6-6d1a-49b9-9d15-5267df51551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8c2a6e9-17bc-4a09-8825-f50f33a04442" dur="500"/>
                  <p:tgtEl>
                    <p:spTgt spid="31"/>
                  </p:tgtEl>
                </p:cBhvr>
              </p:animEffect>
            </p:childTnLst>
          </p:par>
          <p:par>
            <p:cTn id="5b1f6e78-006f-4db0-ac3e-75096ef2a77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0251e56-30af-4c67-8d65-647b2999c5bf" dur="500"/>
                  <p:tgtEl>
                    <p:spTgt spid="32"/>
                  </p:tgtEl>
                </p:cBhvr>
              </p:animEffect>
            </p:childTnLst>
          </p:par>
          <p:par>
            <p:cTn id="3ff9be56-46da-4757-a510-8fa71ecb446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572e780-210c-487c-9ed3-01bb2f51c67e" dur="500"/>
                  <p:tgtEl>
                    <p:spTgt spid="33"/>
                  </p:tgtEl>
                </p:cBhvr>
              </p:animEffect>
            </p:childTnLst>
          </p:par>
          <p:par>
            <p:cTn id="4489ff92-1004-49fb-907e-9654a172e53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6fa667e-83fb-4a86-a521-2d13ac9aefaa" dur="500"/>
                  <p:tgtEl>
                    <p:spTgt spid="34"/>
                  </p:tgtEl>
                </p:cBhvr>
              </p:animEffect>
            </p:childTnLst>
          </p:par>
          <p:par>
            <p:cTn id="64d6e668-4e1d-490b-a074-1bd29363aad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a63c61d-e604-4c11-a547-18a0c1bd4140" dur="500"/>
                  <p:tgtEl>
                    <p:spTgt spid="35"/>
                  </p:tgtEl>
                </p:cBhvr>
              </p:animEffect>
            </p:childTnLst>
          </p:par>
          <p:par>
            <p:cTn id="dc6bf2dd-8d27-4b5c-81d7-cd33eda4de2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7c6f235-67ca-48ae-93ee-0bfd12c29de5" dur="500"/>
                  <p:tgtEl>
                    <p:spTgt spid="36"/>
                  </p:tgtEl>
                </p:cBhvr>
              </p:animEffect>
            </p:childTnLst>
          </p:par>
          <p:par>
            <p:cTn id="e0934e7f-68bc-4cf5-ade4-18871f15dab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9674e97-f676-4c1e-bdd6-93d9acb52610" dur="500"/>
                  <p:tgtEl>
                    <p:spTgt spid="37"/>
                  </p:tgtEl>
                </p:cBhvr>
              </p:animEffect>
            </p:childTnLst>
          </p:par>
          <p:par>
            <p:cTn id="68fe1c59-f953-4eca-885a-3f2348f93c9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a8f01db-93e0-4b7a-a993-2c2a4048b92c" dur="500"/>
                  <p:tgtEl>
                    <p:spTgt spid="38"/>
                  </p:tgtEl>
                </p:cBhvr>
              </p:animEffect>
            </p:childTnLst>
          </p:par>
          <p:par>
            <p:cTn id="6fe91a73-ab97-4691-a518-482f31dff4f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b693627-79cb-4db6-b0cd-24619bc78eaa" dur="500"/>
                  <p:tgtEl>
                    <p:spTgt spid="39"/>
                  </p:tgtEl>
                </p:cBhvr>
              </p:animEffect>
            </p:childTnLst>
          </p:par>
          <p:par>
            <p:cTn id="94e6f983-163d-43ce-a731-2d40ccb19f4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0a23116-5f2c-4dd8-99fc-0d6999e41cb2" dur="500"/>
                  <p:tgtEl>
                    <p:spTgt spid="40"/>
                  </p:tgtEl>
                </p:cBhvr>
              </p:animEffect>
            </p:childTnLst>
          </p:par>
          <p:par>
            <p:cTn id="039f5fb0-8f5e-49da-8661-4a444b6d164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2936355-52d9-46e7-8c56-66d72bd624ca" dur="500"/>
                  <p:tgtEl>
                    <p:spTgt spid="41"/>
                  </p:tgtEl>
                </p:cBhvr>
              </p:animEffect>
            </p:childTnLst>
          </p:par>
          <p:par>
            <p:cTn id="7066d48f-2934-479a-9672-387e8d598a0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704a121-d9e3-42f3-8f52-5f43e155b94e" dur="500"/>
                  <p:tgtEl>
                    <p:spTgt spid="42"/>
                  </p:tgtEl>
                </p:cBhvr>
              </p:animEffect>
            </p:childTnLst>
          </p:par>
          <p:par>
            <p:cTn id="f1b277a0-1129-48de-a677-26f6795d6e9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71a1ae3-f351-448d-9893-dbe2e4ab8370" dur="500"/>
                  <p:tgtEl>
                    <p:spTgt spid="43"/>
                  </p:tgtEl>
                </p:cBhvr>
              </p:animEffect>
            </p:childTnLst>
          </p:par>
          <p:par>
            <p:cTn id="9c1a2cf0-28f0-4b33-b5b4-1826a4e17c3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9e488f4-57a5-4e15-9882-f00717ea349f" dur="500"/>
                  <p:tgtEl>
                    <p:spTgt spid="44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📝 C端 — 简历AI助手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5/9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智能简历润色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AI 分析并优化简历</a:t>
            </a:r>
            <a:br/>
            <a:r>
              <a:t>自动调整措辞与排版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09728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定制化建议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根据目标 JD 提供</a:t>
            </a:r>
            <a:br/>
            <a:r>
              <a:t>针对性修改方案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9728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Trebuchet MS"/>
              </a:defRPr>
            </a:pPr>
            <a:r>
              <a:t>RAG 增强检索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向量数据库匹配</a:t>
            </a:r>
            <a:br/>
            <a:r>
              <a:t>精准推荐行业知识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34747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Trebuchet MS"/>
              </a:defRPr>
            </a:pPr>
            <a:r>
              <a:t>工具调用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Web搜索 · PDF生成</a:t>
            </a:r>
            <a:br/>
            <a:r>
              <a:t>邮件发送 · 文件操作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流式对话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SSE 实时响应</a:t>
            </a:r>
            <a:br/>
            <a:r>
              <a:t>打字机效果呈现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03320"/>
            <a:ext cx="34747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7033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9319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F"/>
                </a:solidFill>
                <a:latin typeface="Trebuchet MS"/>
              </a:defRPr>
            </a:pPr>
            <a:r>
              <a:t>生态服务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5262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MinIO/七牛云存储</a:t>
            </a:r>
            <a:br/>
            <a:r>
              <a:t>多行业模板支持</a:t>
            </a:r>
          </a:p>
        </p:txBody>
      </p:sp>
    </p:spTree>
  </p:cSld>
  <p:transition spd="med">
    <p:uncover dir="d"/>
  </p:transition>
  <p:timing>
    <p:tnLst>
      <p:seq concurrent="0">
        <p:cTn id="299eec72-e714-484b-a919-25cc005483f0" dur="indefinite">
          <p:stCondLst>
            <p:cond delay="0"/>
          </p:stCondLst>
        </p:cTn>
        <p:childTnLst>
          <p:par>
            <p:cTn id="99bb96d8-e381-48a5-b88f-c9cdb0c7d2a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f1795aa-2bbe-46ce-a9c0-e799e11d0e59" dur="500"/>
                  <p:tgtEl>
                    <p:spTgt spid="2"/>
                  </p:tgtEl>
                </p:cBhvr>
              </p:animEffect>
            </p:childTnLst>
          </p:par>
          <p:par>
            <p:cTn id="d78a36b5-7136-47bd-9a57-b3022f10702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3821f39-7352-46a2-b0ea-283c1b3a5fb5" dur="500"/>
                  <p:tgtEl>
                    <p:spTgt spid="3"/>
                  </p:tgtEl>
                </p:cBhvr>
              </p:animEffect>
            </p:childTnLst>
          </p:par>
          <p:par>
            <p:cTn id="1329e3bf-5ccb-4acf-abab-f7bd180c089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a8b510e-1d00-4b06-a976-7310c045bf01" dur="500"/>
                  <p:tgtEl>
                    <p:spTgt spid="4"/>
                  </p:tgtEl>
                </p:cBhvr>
              </p:animEffect>
            </p:childTnLst>
          </p:par>
          <p:par>
            <p:cTn id="29bd0732-b08c-4cf8-aa65-46284098396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c68cc2e-55c8-4fe2-a9cb-5807789af252" dur="500"/>
                  <p:tgtEl>
                    <p:spTgt spid="5"/>
                  </p:tgtEl>
                </p:cBhvr>
              </p:animEffect>
            </p:childTnLst>
          </p:par>
          <p:par>
            <p:cTn id="78b7a2f5-ef86-4113-9141-11732e69463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f6c4d5f-adf2-4381-a23a-40618111379f" dur="500"/>
                  <p:tgtEl>
                    <p:spTgt spid="6"/>
                  </p:tgtEl>
                </p:cBhvr>
              </p:animEffect>
            </p:childTnLst>
          </p:par>
          <p:par>
            <p:cTn id="e3dde998-944e-4d3e-a98b-47ff3b711a5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7bf442e-cc1c-462a-8bbe-5c04e240280b" dur="500"/>
                  <p:tgtEl>
                    <p:spTgt spid="7"/>
                  </p:tgtEl>
                </p:cBhvr>
              </p:animEffect>
            </p:childTnLst>
          </p:par>
          <p:par>
            <p:cTn id="3cba2535-f548-4778-9377-aa7163e0745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a46eec4-0c05-4670-abea-6cacad9c9543" dur="500"/>
                  <p:tgtEl>
                    <p:spTgt spid="8"/>
                  </p:tgtEl>
                </p:cBhvr>
              </p:animEffect>
            </p:childTnLst>
          </p:par>
          <p:par>
            <p:cTn id="ad94ae0e-d33b-423b-b517-2f094d3dce6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f70e0d9-b203-438e-9e88-d9831154f20a" dur="500"/>
                  <p:tgtEl>
                    <p:spTgt spid="9"/>
                  </p:tgtEl>
                </p:cBhvr>
              </p:animEffect>
            </p:childTnLst>
          </p:par>
          <p:par>
            <p:cTn id="952fcf99-b8a3-44b0-9a15-dd9be6b3d36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7c819f9-2ca0-4191-9a40-622b44caa303" dur="500"/>
                  <p:tgtEl>
                    <p:spTgt spid="10"/>
                  </p:tgtEl>
                </p:cBhvr>
              </p:animEffect>
            </p:childTnLst>
          </p:par>
          <p:par>
            <p:cTn id="bd04d094-25f9-45ab-8b5b-b5524fd6f60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1c47c32-301d-4d61-a624-f6e7d52a96b8" dur="500"/>
                  <p:tgtEl>
                    <p:spTgt spid="11"/>
                  </p:tgtEl>
                </p:cBhvr>
              </p:animEffect>
            </p:childTnLst>
          </p:par>
          <p:par>
            <p:cTn id="2b35758e-247c-42dc-ab0c-2f6e48ba5cb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6b0843e-6c15-424a-8ccc-9290ac73f61e" dur="500"/>
                  <p:tgtEl>
                    <p:spTgt spid="12"/>
                  </p:tgtEl>
                </p:cBhvr>
              </p:animEffect>
            </p:childTnLst>
          </p:par>
          <p:par>
            <p:cTn id="500d96b3-96c1-404e-82d6-65803ef4dbc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2154752-d748-4b61-af7b-cf1b4a219b28" dur="500"/>
                  <p:tgtEl>
                    <p:spTgt spid="13"/>
                  </p:tgtEl>
                </p:cBhvr>
              </p:animEffect>
            </p:childTnLst>
          </p:par>
          <p:par>
            <p:cTn id="e76d9db1-f750-486b-85f7-96cf929c328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b55c120-c8ad-4713-9e23-f95ec1514810" dur="500"/>
                  <p:tgtEl>
                    <p:spTgt spid="14"/>
                  </p:tgtEl>
                </p:cBhvr>
              </p:animEffect>
            </p:childTnLst>
          </p:par>
          <p:par>
            <p:cTn id="1ba16d5b-0db7-452a-bf46-30b21862f9a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216aa70-6ad7-4380-ae34-6ba0a2bbd0ab" dur="500"/>
                  <p:tgtEl>
                    <p:spTgt spid="15"/>
                  </p:tgtEl>
                </p:cBhvr>
              </p:animEffect>
            </p:childTnLst>
          </p:par>
          <p:par>
            <p:cTn id="d10b3b07-d4de-414a-85e6-cbdf2480469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8ff927d-f370-44a3-8124-d2aec4dde426" dur="500"/>
                  <p:tgtEl>
                    <p:spTgt spid="16"/>
                  </p:tgtEl>
                </p:cBhvr>
              </p:animEffect>
            </p:childTnLst>
          </p:par>
          <p:par>
            <p:cTn id="6dcb33b2-5282-42fc-93f6-03db26899c3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bf29ce0-b4bf-4569-96b8-dad7b263b2db" dur="500"/>
                  <p:tgtEl>
                    <p:spTgt spid="17"/>
                  </p:tgtEl>
                </p:cBhvr>
              </p:animEffect>
            </p:childTnLst>
          </p:par>
          <p:par>
            <p:cTn id="d273c215-3f06-4ef2-856a-abd689aa230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df1ba7b-790b-487a-bf9c-40005ec1b8d7" dur="500"/>
                  <p:tgtEl>
                    <p:spTgt spid="18"/>
                  </p:tgtEl>
                </p:cBhvr>
              </p:animEffect>
            </p:childTnLst>
          </p:par>
          <p:par>
            <p:cTn id="d3d3862e-6040-45ec-a8ba-42de1f6a561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ba4dc43-dab1-4a67-8310-5756f6ea229b" dur="500"/>
                  <p:tgtEl>
                    <p:spTgt spid="19"/>
                  </p:tgtEl>
                </p:cBhvr>
              </p:animEffect>
            </p:childTnLst>
          </p:par>
          <p:par>
            <p:cTn id="3e224447-bfb3-4d31-8ddd-38fcfc8b6a7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215b523-16ef-43b1-9e8a-514e1c4d3fe9" dur="500"/>
                  <p:tgtEl>
                    <p:spTgt spid="20"/>
                  </p:tgtEl>
                </p:cBhvr>
              </p:animEffect>
            </p:childTnLst>
          </p:par>
          <p:par>
            <p:cTn id="dc492406-814e-4a58-ac78-29eb4233bbb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f222261-2321-4275-bbe4-440b1ed4138a" dur="500"/>
                  <p:tgtEl>
                    <p:spTgt spid="21"/>
                  </p:tgtEl>
                </p:cBhvr>
              </p:animEffect>
            </p:childTnLst>
          </p:par>
          <p:par>
            <p:cTn id="b86947bb-c7b8-49ae-938f-6db06929177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d8935f5-b1a2-47f6-8ee5-51e036175df0" dur="500"/>
                  <p:tgtEl>
                    <p:spTgt spid="22"/>
                  </p:tgtEl>
                </p:cBhvr>
              </p:animEffect>
            </p:childTnLst>
          </p:par>
          <p:par>
            <p:cTn id="cdac13ae-7492-4df6-82aa-de899728135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8260ca0-ef41-4bc7-89ee-3e55d73bb34d" dur="500"/>
                  <p:tgtEl>
                    <p:spTgt spid="23"/>
                  </p:tgtEl>
                </p:cBhvr>
              </p:animEffect>
            </p:childTnLst>
          </p:par>
          <p:par>
            <p:cTn id="7eaf4988-b4c3-40b4-a687-080ebe3c566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064092e-dad6-4a6f-84b0-a5468d638304" dur="500"/>
                  <p:tgtEl>
                    <p:spTgt spid="24"/>
                  </p:tgtEl>
                </p:cBhvr>
              </p:animEffect>
            </p:childTnLst>
          </p:par>
          <p:par>
            <p:cTn id="eafddf74-d93b-4034-a06b-90247faa20c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7eb5172-4b7b-48e3-8a47-6d36ee66937c" dur="500"/>
                  <p:tgtEl>
                    <p:spTgt spid="25"/>
                  </p:tgtEl>
                </p:cBhvr>
              </p:animEffect>
            </p:childTnLst>
          </p:par>
          <p:par>
            <p:cTn id="bd835432-aa68-4dcb-8e19-520e0d97a1b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858f530-b345-49bd-9d1a-77ba9ba9c4fe" dur="500"/>
                  <p:tgtEl>
                    <p:spTgt spid="26"/>
                  </p:tgtEl>
                </p:cBhvr>
              </p:animEffect>
            </p:childTnLst>
          </p:par>
          <p:par>
            <p:cTn id="67df8de1-c4cf-4533-a649-8c1dea70997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9518661-91e1-4e5a-813f-2b57c2897e1f" dur="500"/>
                  <p:tgtEl>
                    <p:spTgt spid="27"/>
                  </p:tgtEl>
                </p:cBhvr>
              </p:animEffect>
            </p:childTnLst>
          </p:par>
          <p:par>
            <p:cTn id="9209f88f-d682-4c05-8bc2-48b4f815ed9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5d9579c-62e0-4aa6-8861-4f5bbbcb0f5d" dur="500"/>
                  <p:tgtEl>
                    <p:spTgt spid="28"/>
                  </p:tgtEl>
                </p:cBhvr>
              </p:animEffect>
            </p:childTnLst>
          </p:par>
          <p:par>
            <p:cTn id="c7dc75e2-c745-4ce2-87ea-ef63b96e0ed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b8a4fcb-94b4-4900-adb6-fdc6e4db7038" dur="500"/>
                  <p:tgtEl>
                    <p:spTgt spid="29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⚙️ B端 — 系统管理助手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43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用户管理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注册/登录 · 权限分配 · 角色控制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75688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75688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简历模板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871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行业模板 CRUD · 启用/禁用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99816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9816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912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题库管理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112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题目增删改查 · 分类与难度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23944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123944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153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FAQ管理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3542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常见问题维护 · 内容审核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48072"/>
            <a:ext cx="594360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148072"/>
            <a:ext cx="54864" cy="868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95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84C7"/>
                </a:solidFill>
                <a:latin typeface="Trebuchet MS"/>
              </a:defRPr>
            </a:pPr>
            <a:r>
              <a:t>使用指南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595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手册编辑 · 图文发布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F"/>
                </a:solidFill>
                <a:latin typeface="Trebuchet MS"/>
              </a:defRPr>
            </a:pPr>
            <a:r>
              <a:t>AI 管理能力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智能数据统计与分析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自动化运营建议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异常行为检测预警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017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智能问答辅助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内容自动审核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批量操作自动化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Calibri"/>
              </a:defRPr>
            </a:pPr>
            <a:r>
              <a:t>✦ 日志诊断分析</a:t>
            </a:r>
          </a:p>
        </p:txBody>
      </p:sp>
    </p:spTree>
  </p:cSld>
  <p:transition spd="med">
    <p:fade/>
  </p:transition>
  <p:timing>
    <p:tnLst>
      <p:seq concurrent="0">
        <p:cTn id="4d46b633-0a7e-44d0-bdc9-c9998139e84b" dur="indefinite">
          <p:stCondLst>
            <p:cond delay="0"/>
          </p:stCondLst>
        </p:cTn>
        <p:childTnLst>
          <p:par>
            <p:cTn id="6631d6e0-ba32-4a55-8e7f-02d22eabbe7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866a6f2-db85-42e9-b609-fe516e8037e4" dur="500"/>
                  <p:tgtEl>
                    <p:spTgt spid="2"/>
                  </p:tgtEl>
                </p:cBhvr>
              </p:animEffect>
            </p:childTnLst>
          </p:par>
          <p:par>
            <p:cTn id="2ecccf63-1929-4714-aa0e-ecf3bc61ade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4770bb4-4004-4f7e-a4a5-1bf416843169" dur="500"/>
                  <p:tgtEl>
                    <p:spTgt spid="3"/>
                  </p:tgtEl>
                </p:cBhvr>
              </p:animEffect>
            </p:childTnLst>
          </p:par>
          <p:par>
            <p:cTn id="1610ee22-43d3-4cb6-92fa-b6fd59ae081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96c6f83-aacd-4ca8-ac0b-58ee4df4c09e" dur="500"/>
                  <p:tgtEl>
                    <p:spTgt spid="4"/>
                  </p:tgtEl>
                </p:cBhvr>
              </p:animEffect>
            </p:childTnLst>
          </p:par>
          <p:par>
            <p:cTn id="527eb1cb-a229-47c2-9bd5-3401038d386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7f5b0be-718e-4785-9058-16bedbf89600" dur="500"/>
                  <p:tgtEl>
                    <p:spTgt spid="5"/>
                  </p:tgtEl>
                </p:cBhvr>
              </p:animEffect>
            </p:childTnLst>
          </p:par>
          <p:par>
            <p:cTn id="0d55785b-2893-43b2-b191-4bfcfaab901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4fa1f0e-6ef2-47b3-8175-2c2631af2dcf" dur="500"/>
                  <p:tgtEl>
                    <p:spTgt spid="6"/>
                  </p:tgtEl>
                </p:cBhvr>
              </p:animEffect>
            </p:childTnLst>
          </p:par>
          <p:par>
            <p:cTn id="d118a12a-bf8f-47d6-b5f4-3f56a7b3e0c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e7adedc-2c36-4692-9626-892baa975003" dur="500"/>
                  <p:tgtEl>
                    <p:spTgt spid="7"/>
                  </p:tgtEl>
                </p:cBhvr>
              </p:animEffect>
            </p:childTnLst>
          </p:par>
          <p:par>
            <p:cTn id="bccca7ee-c733-4635-b785-a72a6407126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35ba235-2eb9-487a-9194-073e46cf9e1c" dur="500"/>
                  <p:tgtEl>
                    <p:spTgt spid="8"/>
                  </p:tgtEl>
                </p:cBhvr>
              </p:animEffect>
            </p:childTnLst>
          </p:par>
          <p:par>
            <p:cTn id="98ce5c6a-e2e4-4110-a5fe-adfda92fd72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41208c4-c0f8-487c-ae8c-b37dd7226ef2" dur="500"/>
                  <p:tgtEl>
                    <p:spTgt spid="9"/>
                  </p:tgtEl>
                </p:cBhvr>
              </p:animEffect>
            </p:childTnLst>
          </p:par>
          <p:par>
            <p:cTn id="700dd281-b619-4a7a-8393-88064b13ae0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7c0e0e2-49e4-4555-9655-cfda3d03d50e" dur="500"/>
                  <p:tgtEl>
                    <p:spTgt spid="10"/>
                  </p:tgtEl>
                </p:cBhvr>
              </p:animEffect>
            </p:childTnLst>
          </p:par>
          <p:par>
            <p:cTn id="886eaade-b1d9-4770-8fd9-97ba3d6d096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f3b18ce-ad28-4522-ab64-0fac94f73ad4" dur="500"/>
                  <p:tgtEl>
                    <p:spTgt spid="11"/>
                  </p:tgtEl>
                </p:cBhvr>
              </p:animEffect>
            </p:childTnLst>
          </p:par>
          <p:par>
            <p:cTn id="1fedd882-5720-4232-8d94-b7a6886b39d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57b8678-f487-4bd6-81c0-7843a6e69218" dur="500"/>
                  <p:tgtEl>
                    <p:spTgt spid="12"/>
                  </p:tgtEl>
                </p:cBhvr>
              </p:animEffect>
            </p:childTnLst>
          </p:par>
          <p:par>
            <p:cTn id="c2040b46-169a-4d47-8151-69ae02b3fb6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b22b554-6d2c-4ac3-aae8-7885682223c0" dur="500"/>
                  <p:tgtEl>
                    <p:spTgt spid="13"/>
                  </p:tgtEl>
                </p:cBhvr>
              </p:animEffect>
            </p:childTnLst>
          </p:par>
          <p:par>
            <p:cTn id="13d71d5d-2081-456f-a5fb-fc8fd9f86a3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a32eb1b-aedc-4b8a-ada3-a9082cf8ada8" dur="500"/>
                  <p:tgtEl>
                    <p:spTgt spid="14"/>
                  </p:tgtEl>
                </p:cBhvr>
              </p:animEffect>
            </p:childTnLst>
          </p:par>
          <p:par>
            <p:cTn id="bef9eb30-a5a2-4391-baf4-5bcad128f77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13cd04c-e85b-4bfa-8574-c82535b0688e" dur="500"/>
                  <p:tgtEl>
                    <p:spTgt spid="15"/>
                  </p:tgtEl>
                </p:cBhvr>
              </p:animEffect>
            </p:childTnLst>
          </p:par>
          <p:par>
            <p:cTn id="700ec82e-080f-4242-ab55-4b4d85b5fe1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4a2a4e7-47bd-48f2-83a6-abdf30c53540" dur="500"/>
                  <p:tgtEl>
                    <p:spTgt spid="16"/>
                  </p:tgtEl>
                </p:cBhvr>
              </p:animEffect>
            </p:childTnLst>
          </p:par>
          <p:par>
            <p:cTn id="d6a7028e-6a2b-42fc-9a46-df133950ac9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fa7e856-c2d4-4179-b40c-bb699164a0fa" dur="500"/>
                  <p:tgtEl>
                    <p:spTgt spid="17"/>
                  </p:tgtEl>
                </p:cBhvr>
              </p:animEffect>
            </p:childTnLst>
          </p:par>
          <p:par>
            <p:cTn id="17be1b19-ac93-4619-b9a0-6b4f84a19e2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9b2b60f-e285-4add-8d18-d97b652519b1" dur="500"/>
                  <p:tgtEl>
                    <p:spTgt spid="18"/>
                  </p:tgtEl>
                </p:cBhvr>
              </p:animEffect>
            </p:childTnLst>
          </p:par>
          <p:par>
            <p:cTn id="81b93492-1189-4db3-b73e-e122f37c504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9bf75e1b-34cc-4530-be9b-ec6c836c8e38" dur="500"/>
                  <p:tgtEl>
                    <p:spTgt spid="19"/>
                  </p:tgtEl>
                </p:cBhvr>
              </p:animEffect>
            </p:childTnLst>
          </p:par>
          <p:par>
            <p:cTn id="5f648c41-c736-43e5-a85a-cfe4fa4411d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0a6d729-b0c4-4d0e-81fe-41393621a29e" dur="500"/>
                  <p:tgtEl>
                    <p:spTgt spid="20"/>
                  </p:tgtEl>
                </p:cBhvr>
              </p:animEffect>
            </p:childTnLst>
          </p:par>
          <p:par>
            <p:cTn id="b082b42a-d55a-4125-8c36-27f3959ce2e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21bcf8d-971c-4681-94b1-76b1e50c62e4" dur="500"/>
                  <p:tgtEl>
                    <p:spTgt spid="21"/>
                  </p:tgtEl>
                </p:cBhvr>
              </p:animEffect>
            </p:childTnLst>
          </p:par>
          <p:par>
            <p:cTn id="1016367a-43e6-49f2-bbcd-99b77402edd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ac16881-143f-4252-a819-349c49c86f5c" dur="500"/>
                  <p:tgtEl>
                    <p:spTgt spid="22"/>
                  </p:tgtEl>
                </p:cBhvr>
              </p:animEffect>
            </p:childTnLst>
          </p:par>
          <p:par>
            <p:cTn id="6526dd3b-17a0-4731-a548-2bf7e216a10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3d0ceb7-b4fe-45ed-b1b4-89f0083034f4" dur="500"/>
                  <p:tgtEl>
                    <p:spTgt spid="23"/>
                  </p:tgtEl>
                </p:cBhvr>
              </p:animEffect>
            </p:childTnLst>
          </p:par>
          <p:par>
            <p:cTn id="2e99a162-c112-42b5-9e52-a818b7a4422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0682210-dcf5-46ae-9bc8-51764d3dd175" dur="500"/>
                  <p:tgtEl>
                    <p:spTgt spid="24"/>
                  </p:tgtEl>
                </p:cBhvr>
              </p:animEffect>
            </p:childTnLst>
          </p:par>
          <p:par>
            <p:cTn id="0788d8c4-9da6-42a6-b59b-dfcdfd98b64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68ed931-fd84-4170-8b15-0866d2ad6af1" dur="500"/>
                  <p:tgtEl>
                    <p:spTgt spid="25"/>
                  </p:tgtEl>
                </p:cBhvr>
              </p:animEffect>
            </p:childTnLst>
          </p:par>
          <p:par>
            <p:cTn id="4107bf01-d98c-4a0d-b64e-27f6e36580a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a29f71c-0071-4e63-8d26-7c49f40f2e83" dur="500"/>
                  <p:tgtEl>
                    <p:spTgt spid="26"/>
                  </p:tgtEl>
                </p:cBhvr>
              </p:animEffect>
            </p:childTnLst>
          </p:par>
          <p:par>
            <p:cTn id="ddb170fc-c1a3-46a1-b846-cfa27b2a0bd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7a0b68d-8f9f-4190-8972-79fa4c757900" dur="500"/>
                  <p:tgtEl>
                    <p:spTgt spid="27"/>
                  </p:tgtEl>
                </p:cBhvr>
              </p:animEffect>
            </p:childTnLst>
          </p:par>
          <p:par>
            <p:cTn id="a3887ce5-46fe-43e0-93d3-410a09695b4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c3de7ba-63c5-4d51-b293-4a74bb716415" dur="500"/>
                  <p:tgtEl>
                    <p:spTgt spid="28"/>
                  </p:tgtEl>
                </p:cBhvr>
              </p:animEffect>
            </p:childTnLst>
          </p:par>
          <p:par>
            <p:cTn id="402a1b81-32fc-40ae-8308-a73ec94f742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ea07b6f-e70c-4932-a275-6377a996d04d" dur="500"/>
                  <p:tgtEl>
                    <p:spTgt spid="29"/>
                  </p:tgtEl>
                </p:cBhvr>
              </p:animEffect>
            </p:childTnLst>
          </p:par>
          <p:par>
            <p:cTn id="1de12ab9-e6d7-4118-9f4d-0da0c1d3fdd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50eced5-7ff5-453d-95a0-20113aa339f1" dur="500"/>
                  <p:tgtEl>
                    <p:spTgt spid="30"/>
                  </p:tgtEl>
                </p:cBhvr>
              </p:animEffect>
            </p:childTnLst>
          </p:par>
          <p:par>
            <p:cTn id="70ae7567-31b2-4a1a-9f9a-d4b7e82b5fb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0a0d506-2f3f-43bd-8936-491e5cc0d1e0" dur="500"/>
                  <p:tgtEl>
                    <p:spTgt spid="31"/>
                  </p:tgtEl>
                </p:cBhvr>
              </p:animEffect>
            </p:childTnLst>
          </p:par>
          <p:par>
            <p:cTn id="06175902-2730-4cf7-982d-c455353a7c3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fd6b382-433e-4629-bd69-9af82ffbc222" dur="500"/>
                  <p:tgtEl>
                    <p:spTgt spid="32"/>
                  </p:tgtEl>
                </p:cBhvr>
              </p:animEffect>
            </p:childTnLst>
          </p:par>
          <p:par>
            <p:cTn id="5cec615d-c975-485a-a733-0630a86a14f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4786757-5bd7-4d0f-8a57-18349f241d77" dur="500"/>
                  <p:tgtEl>
                    <p:spTgt spid="33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📊 D端 — 数据与监控平台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53035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实时访问监控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日活/总访问量追踪</a:t>
            </a:r>
            <a:br/>
            <a:r>
              <a:t>C端/B端多维数据看板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097280"/>
            <a:ext cx="53035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325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广告投放管理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广告上下架与排期</a:t>
            </a:r>
            <a:br/>
            <a:r>
              <a:t>用户端展示效果追踪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49039"/>
            <a:ext cx="53035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服务机器监控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SSH 远程连接管理</a:t>
            </a:r>
            <a:br/>
            <a:r>
              <a:t>健康检测与实时告警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749039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3749039"/>
            <a:ext cx="530352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9776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Trebuchet MS"/>
              </a:defRPr>
            </a:pPr>
            <a:r>
              <a:t>智能数据报表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466343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Prometheus 指标采集</a:t>
            </a:r>
            <a:br/>
            <a:r>
              <a:t>Grafana 大屏可视化</a:t>
            </a:r>
          </a:p>
        </p:txBody>
      </p:sp>
    </p:spTree>
  </p:cSld>
  <p:transition spd="med">
    <p:push dir="l"/>
  </p:transition>
  <p:timing>
    <p:tnLst>
      <p:seq concurrent="0">
        <p:cTn id="7b1ee43a-1081-4571-8d6a-aed98645c2c7" dur="indefinite">
          <p:stCondLst>
            <p:cond delay="0"/>
          </p:stCondLst>
        </p:cTn>
        <p:childTnLst>
          <p:par>
            <p:cTn id="3f95a7a2-34f6-4745-8d0e-295c784926d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546e0ca-2089-46d0-9a36-977064a58092" dur="500"/>
                  <p:tgtEl>
                    <p:spTgt spid="2"/>
                  </p:tgtEl>
                </p:cBhvr>
              </p:animEffect>
            </p:childTnLst>
          </p:par>
          <p:par>
            <p:cTn id="053be19e-e108-4993-afe9-940190deb30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e5e70a9-c7e6-41f9-a211-3cfc4f6a2e6a" dur="500"/>
                  <p:tgtEl>
                    <p:spTgt spid="3"/>
                  </p:tgtEl>
                </p:cBhvr>
              </p:animEffect>
            </p:childTnLst>
          </p:par>
          <p:par>
            <p:cTn id="95bfa8e1-1dbd-4457-b9d7-ab9c292d05c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8781e8e-ffd7-4726-9c49-e769fc5b469a" dur="500"/>
                  <p:tgtEl>
                    <p:spTgt spid="4"/>
                  </p:tgtEl>
                </p:cBhvr>
              </p:animEffect>
            </p:childTnLst>
          </p:par>
          <p:par>
            <p:cTn id="76fb28cd-1853-44f4-8c83-790e7a85816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b120b89-e1c2-49bd-95e9-3556fbe6d171" dur="500"/>
                  <p:tgtEl>
                    <p:spTgt spid="5"/>
                  </p:tgtEl>
                </p:cBhvr>
              </p:animEffect>
            </p:childTnLst>
          </p:par>
          <p:par>
            <p:cTn id="a41cf03c-72fb-4cee-a158-210f9f5c824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489e7e8-084d-4780-bc22-a61c0340ed0c" dur="500"/>
                  <p:tgtEl>
                    <p:spTgt spid="6"/>
                  </p:tgtEl>
                </p:cBhvr>
              </p:animEffect>
            </p:childTnLst>
          </p:par>
          <p:par>
            <p:cTn id="43ea0418-d38d-4ece-b158-b9985b4caf5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3225a64-323e-4d11-a784-26fb5fdd0030" dur="500"/>
                  <p:tgtEl>
                    <p:spTgt spid="7"/>
                  </p:tgtEl>
                </p:cBhvr>
              </p:animEffect>
            </p:childTnLst>
          </p:par>
          <p:par>
            <p:cTn id="6af84297-b36d-465e-a22c-6f960a10609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e76b1dc-d623-4e5a-9e13-940713784965" dur="500"/>
                  <p:tgtEl>
                    <p:spTgt spid="8"/>
                  </p:tgtEl>
                </p:cBhvr>
              </p:animEffect>
            </p:childTnLst>
          </p:par>
          <p:par>
            <p:cTn id="624ed26f-a584-4f37-bdd7-75a62cd014e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e22245b-7900-4368-b8a3-0a6a5d79d316" dur="500"/>
                  <p:tgtEl>
                    <p:spTgt spid="9"/>
                  </p:tgtEl>
                </p:cBhvr>
              </p:animEffect>
            </p:childTnLst>
          </p:par>
          <p:par>
            <p:cTn id="91374cf4-38aa-4777-9cfc-ff093e2ed61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d50a443-1ab6-466a-b1d5-59ede4ddbb8f" dur="500"/>
                  <p:tgtEl>
                    <p:spTgt spid="10"/>
                  </p:tgtEl>
                </p:cBhvr>
              </p:animEffect>
            </p:childTnLst>
          </p:par>
          <p:par>
            <p:cTn id="9e951988-2d88-49ba-bfea-23f728dbc7d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bfd6d61-7263-4fe5-adb8-b12a600348b2" dur="500"/>
                  <p:tgtEl>
                    <p:spTgt spid="11"/>
                  </p:tgtEl>
                </p:cBhvr>
              </p:animEffect>
            </p:childTnLst>
          </p:par>
          <p:par>
            <p:cTn id="9854bf48-1f8f-421f-acc3-a67639c51c0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6db61b0-261d-4cfb-b745-92c20750c8f3" dur="500"/>
                  <p:tgtEl>
                    <p:spTgt spid="12"/>
                  </p:tgtEl>
                </p:cBhvr>
              </p:animEffect>
            </p:childTnLst>
          </p:par>
          <p:par>
            <p:cTn id="dac3b7a1-1acd-4531-a210-f60c7abb029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4603178-2739-4a11-9064-2261443c5d45" dur="500"/>
                  <p:tgtEl>
                    <p:spTgt spid="13"/>
                  </p:tgtEl>
                </p:cBhvr>
              </p:animEffect>
            </p:childTnLst>
          </p:par>
          <p:par>
            <p:cTn id="d6f882fe-b135-4d57-8e87-7b523fc6fd40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088e08a-4693-46e3-8d0e-d5875b5a7a6f" dur="500"/>
                  <p:tgtEl>
                    <p:spTgt spid="14"/>
                  </p:tgtEl>
                </p:cBhvr>
              </p:animEffect>
            </p:childTnLst>
          </p:par>
          <p:par>
            <p:cTn id="64a0f337-5ea6-4877-8895-6520ea4f882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e7bfda9-d12d-432f-b78a-9c4a55a52a48" dur="500"/>
                  <p:tgtEl>
                    <p:spTgt spid="15"/>
                  </p:tgtEl>
                </p:cBhvr>
              </p:animEffect>
            </p:childTnLst>
          </p:par>
          <p:par>
            <p:cTn id="dde6e139-614a-4c50-ba82-2595c1cc703b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cdd34f61-dfb4-4258-9b83-5065e5ff8134" dur="500"/>
                  <p:tgtEl>
                    <p:spTgt spid="16"/>
                  </p:tgtEl>
                </p:cBhvr>
              </p:animEffect>
            </p:childTnLst>
          </p:par>
          <p:par>
            <p:cTn id="0ee4e493-63c5-4d23-a884-e232c0d7f646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7b612d3-c1fe-49de-917d-0904357c960f" dur="500"/>
                  <p:tgtEl>
                    <p:spTgt spid="17"/>
                  </p:tgtEl>
                </p:cBhvr>
              </p:animEffect>
            </p:childTnLst>
          </p:par>
          <p:par>
            <p:cTn id="929a770e-bbc4-4117-a8f5-2df9fe022ab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0748908-86d7-43fc-a0a9-4a54c8eec339" dur="500"/>
                  <p:tgtEl>
                    <p:spTgt spid="18"/>
                  </p:tgtEl>
                </p:cBhvr>
              </p:animEffect>
            </p:childTnLst>
          </p:par>
          <p:par>
            <p:cTn id="bc4fef48-b9fd-477c-9d8b-5cd2207730e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91e920b-cee3-4fe6-97a6-a7bf7ff96bdf" dur="500"/>
                  <p:tgtEl>
                    <p:spTgt spid="19"/>
                  </p:tgtEl>
                </p:cBhvr>
              </p:animEffect>
            </p:childTnLst>
          </p:par>
          <p:par>
            <p:cTn id="b5464300-6894-4e65-a86e-d9e01bd1a3e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c70ac1d-1d7d-4602-a43a-b13b219c93e5" dur="500"/>
                  <p:tgtEl>
                    <p:spTgt spid="20"/>
                  </p:tgtEl>
                </p:cBhvr>
              </p:animEffect>
            </p:childTnLst>
          </p:par>
          <p:par>
            <p:cTn id="80efc094-9504-49a0-81c9-d027a153c7c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928f169-e244-4400-a032-c86da8c3413d" dur="500"/>
                  <p:tgtEl>
                    <p:spTgt spid="21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🚀 未来前景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188720"/>
            <a:ext cx="3474720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近期目标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完善多Agent协作</a:t>
            </a:r>
            <a:br/>
            <a:r>
              <a:t>优化RAG效果</a:t>
            </a:r>
            <a:br/>
            <a:r>
              <a:t>扩展行业模板库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47472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中期规划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上线移动端</a:t>
            </a:r>
            <a:br/>
            <a:r>
              <a:t>接入更多LLM</a:t>
            </a:r>
            <a:br/>
            <a:r>
              <a:t>开放API生态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188720"/>
            <a:ext cx="34747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18872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远期愿景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945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E293B"/>
                </a:solidFill>
                <a:latin typeface="Calibri"/>
              </a:defRPr>
            </a:pPr>
            <a:r>
              <a:t>全链路AI求职平台</a:t>
            </a:r>
            <a:br/>
            <a:r>
              <a:t>从简历到入职</a:t>
            </a:r>
            <a:br/>
            <a:r>
              <a:t>智能闭环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让每个人都能找到理想的工作 — AI 赋能求职全流程</a:t>
            </a:r>
          </a:p>
        </p:txBody>
      </p:sp>
    </p:spTree>
  </p:cSld>
  <p:transition spd="med">
    <p:cover dir="r"/>
  </p:transition>
  <p:timing>
    <p:tnLst>
      <p:seq concurrent="0">
        <p:cTn id="5200d169-4628-43ed-8b5c-3a3e45483878" dur="indefinite">
          <p:stCondLst>
            <p:cond delay="0"/>
          </p:stCondLst>
        </p:cTn>
        <p:childTnLst>
          <p:par>
            <p:cTn id="67fd77b2-c5af-4d00-a8d1-3b0375372f55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52bd052-1a1d-438d-82f5-f3bea66fca67" dur="500"/>
                  <p:tgtEl>
                    <p:spTgt spid="2"/>
                  </p:tgtEl>
                </p:cBhvr>
              </p:animEffect>
            </p:childTnLst>
          </p:par>
          <p:par>
            <p:cTn id="dda11255-b043-42f0-80d8-7919c699beee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5118745-16e1-484d-897f-eed4a182f74c" dur="500"/>
                  <p:tgtEl>
                    <p:spTgt spid="3"/>
                  </p:tgtEl>
                </p:cBhvr>
              </p:animEffect>
            </p:childTnLst>
          </p:par>
          <p:par>
            <p:cTn id="7acfa0e3-0c30-4d18-9b67-c11bcc13893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545de4b-44cd-42d4-9da6-4df060fedc2d" dur="500"/>
                  <p:tgtEl>
                    <p:spTgt spid="4"/>
                  </p:tgtEl>
                </p:cBhvr>
              </p:animEffect>
            </p:childTnLst>
          </p:par>
          <p:par>
            <p:cTn id="d12f9558-e861-49f8-9884-2edc042f09e8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dcb3d5e3-f48a-41c2-8e00-447a2ea08df6" dur="500"/>
                  <p:tgtEl>
                    <p:spTgt spid="5"/>
                  </p:tgtEl>
                </p:cBhvr>
              </p:animEffect>
            </p:childTnLst>
          </p:par>
          <p:par>
            <p:cTn id="48687936-1f8d-4930-8ff4-b3388252d9e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7562a4e-91f3-4243-b0d9-1bc7e376f83f" dur="500"/>
                  <p:tgtEl>
                    <p:spTgt spid="6"/>
                  </p:tgtEl>
                </p:cBhvr>
              </p:animEffect>
            </p:childTnLst>
          </p:par>
          <p:par>
            <p:cTn id="096d5d65-89b1-40f1-af96-41f78d49b16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7872f00c-75ad-49b1-85ca-99e2008f9ae0" dur="500"/>
                  <p:tgtEl>
                    <p:spTgt spid="7"/>
                  </p:tgtEl>
                </p:cBhvr>
              </p:animEffect>
            </p:childTnLst>
          </p:par>
          <p:par>
            <p:cTn id="2321dc5b-abec-4e26-96e8-aaadbd8362e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c49a09f-5836-4883-ab52-a0be4eb0aa6e" dur="500"/>
                  <p:tgtEl>
                    <p:spTgt spid="8"/>
                  </p:tgtEl>
                </p:cBhvr>
              </p:animEffect>
            </p:childTnLst>
          </p:par>
          <p:par>
            <p:cTn id="deaa476b-b46f-4ca1-93f2-05a0616a3f5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a0b88031-90e8-49de-9435-806a73c421ce" dur="500"/>
                  <p:tgtEl>
                    <p:spTgt spid="9"/>
                  </p:tgtEl>
                </p:cBhvr>
              </p:animEffect>
            </p:childTnLst>
          </p:par>
          <p:par>
            <p:cTn id="bf306259-0ba7-4c28-a83f-d5e2425708e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20891ec-ee3e-4b4d-88ad-aeb9566b6ef1" dur="500"/>
                  <p:tgtEl>
                    <p:spTgt spid="10"/>
                  </p:tgtEl>
                </p:cBhvr>
              </p:animEffect>
            </p:childTnLst>
          </p:par>
          <p:par>
            <p:cTn id="39aa76e1-5350-4c75-a3e8-f71b9815fbfc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1a955b08-3ddc-4c1d-af56-a1b480018681" dur="500"/>
                  <p:tgtEl>
                    <p:spTgt spid="11"/>
                  </p:tgtEl>
                </p:cBhvr>
              </p:animEffect>
            </p:childTnLst>
          </p:par>
          <p:par>
            <p:cTn id="22026348-9272-4402-a76f-bce5f207c0b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aabc8c1-0a5c-4d37-882b-ec9c457a6ac2" dur="500"/>
                  <p:tgtEl>
                    <p:spTgt spid="12"/>
                  </p:tgtEl>
                </p:cBhvr>
              </p:animEffect>
            </p:childTnLst>
          </p:par>
          <p:par>
            <p:cTn id="13192c57-9462-4e73-b74f-8207c2f62ec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f9f59131-4dc8-4691-bdd4-104ea94b5dba" dur="500"/>
                  <p:tgtEl>
                    <p:spTgt spid="13"/>
                  </p:tgtEl>
                </p:cBhvr>
              </p:animEffect>
            </p:childTnLst>
          </p:par>
          <p:par>
            <p:cTn id="02b8fae3-2462-4e45-b599-4010dd8498cf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c22b500-8b35-44f7-a9aa-2bc161612c16" dur="500"/>
                  <p:tgtEl>
                    <p:spTgt spid="14"/>
                  </p:tgtEl>
                </p:cBhvr>
              </p:animEffect>
            </p:childTnLst>
          </p:par>
          <p:par>
            <p:cTn id="3cf15961-231b-489b-b905-753ce11ebfe7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bb2c1b7b-1a19-4fcc-b883-32391fed364e" dur="500"/>
                  <p:tgtEl>
                    <p:spTgt spid="15"/>
                  </p:tgtEl>
                </p:cBhvr>
              </p:animEffect>
            </p:childTnLst>
          </p:par>
          <p:par>
            <p:cTn id="59d530b9-5105-4868-b8c9-1a0c71003d02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8b0ddc7c-1a03-4c55-87d9-9eb5a822ab3f" dur="500"/>
                  <p:tgtEl>
                    <p:spTgt spid="16"/>
                  </p:tgtEl>
                </p:cBhvr>
              </p:animEffect>
            </p:childTnLst>
          </p:par>
          <p:par>
            <p:cTn id="1a03f5a9-2f9c-4a5e-9ff7-f9012e7c032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ebc4cad2-ba6e-4008-b18e-36d51b3af466" dur="500"/>
                  <p:tgtEl>
                    <p:spTgt spid="17"/>
                  </p:tgtEl>
                </p:cBhvr>
              </p:animEffect>
            </p:childTnLst>
          </p:par>
          <p:par>
            <p:cTn id="1d8440ea-f515-4890-9293-3806769dce5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7659e7a-8ee3-4058-af52-555dcc50fee1" dur="500"/>
                  <p:tgtEl>
                    <p:spTgt spid="18"/>
                  </p:tgtEl>
                </p:cBhvr>
              </p:animEffect>
            </p:childTnLst>
          </p:par>
          <p:par>
            <p:cTn id="0914be45-5e05-4c1d-ab49-e63831ab11b3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47b4e042-1eb2-47a0-b543-171dfd2067d2" dur="500"/>
                  <p:tgtEl>
                    <p:spTgt spid="19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med">
    <p:dissolve/>
  </p:transition>
  <p:timing>
    <p:tnLst>
      <p:seq concurrent="0">
        <p:cTn id="34c4ad81-2539-48da-ae81-eafe9c97ab5f" dur="indefinite">
          <p:stCondLst>
            <p:cond delay="0"/>
          </p:stCondLst>
        </p:cTn>
        <p:childTnLst>
          <p:par>
            <p:cTn id="5ba507f1-37c5-4ee0-8d9a-a4ed4875e259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531ad1be-4de1-4674-a4da-744e8fa05668" dur="500"/>
                  <p:tgtEl>
                    <p:spTgt spid="2"/>
                  </p:tgtEl>
                </p:cBhvr>
              </p:animEffect>
            </p:childTnLst>
          </p:par>
          <p:par>
            <p:cTn id="e5bdc226-5aa3-41e5-bb86-cb696343ede1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89224cc-ad9e-4dea-9b48-609ecaed69f0" dur="500"/>
                  <p:tgtEl>
                    <p:spTgt spid="3"/>
                  </p:tgtEl>
                </p:cBhvr>
              </p:animEffect>
            </p:childTnLst>
          </p:par>
          <p:par>
            <p:cTn id="2f23665a-d228-4ecd-b943-fdd61baf9c74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357a28f8-e048-42d4-8b42-f6ff87484e5b" dur="500"/>
                  <p:tgtEl>
                    <p:spTgt spid="4"/>
                  </p:tgtEl>
                </p:cBhvr>
              </p:animEffect>
            </p:childTnLst>
          </p:par>
          <p:par>
            <p:cTn id="e375234a-6cc3-4b6e-8187-2c6f3155432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62576847-f494-4380-aa1c-640b58deab3c" dur="500"/>
                  <p:tgtEl>
                    <p:spTgt spid="5"/>
                  </p:tgtEl>
                </p:cBhvr>
              </p:animEffect>
            </p:childTnLst>
          </p:par>
          <p:par>
            <p:cTn id="14c7ee4b-c7c7-44e8-bb57-bc78b05517ca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0e5e6b73-5904-46a7-a894-84e90f009676" dur="500"/>
                  <p:tgtEl>
                    <p:spTgt spid="6"/>
                  </p:tgtEl>
                </p:cBhvr>
              </p:animEffect>
            </p:childTnLst>
          </p:par>
          <p:par>
            <p:cTn id="544a6dbf-ceaf-4a9a-9d0e-ef1bdf91908d" fill="hold">
              <p:stCondLst>
                <p:cond evt="onclick" delay="0">
                  <p:tgtEl>
                    <p:sldTgt/>
                  </p:tgtEl>
                </p:cond>
              </p:stCondLst>
            </p:cTn>
            <p:childTnLst>
              <p:animEffect transition="in" filter="appear">
                <p:cBhvr>
                  <p:cTn id="2be82f87-e044-46d7-8322-0db5a5cfdb36" dur="500"/>
                  <p:tgtEl>
                    <p:spTgt spid="7"/>
                  </p:tgtEl>
                </p:cBhvr>
              </p:animEffect>
            </p:childTnLst>
          </p:par>
        </p:childTnLst>
      </p:seq>
    </p:tnLst>
  </p:timing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