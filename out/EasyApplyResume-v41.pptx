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319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1371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23317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329184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91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2519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