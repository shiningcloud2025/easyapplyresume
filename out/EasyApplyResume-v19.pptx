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2025届高校毕业生规模预测达 </a:t>
            </a:r>
            <a:r>
              <a:rPr sz="26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2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简历筛选通过率低：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传统简历难以感知算法评分，投递缺乏针对性，简历通过率和岗位匹配转化率均处于低位。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应聘咨询成本高：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专业顾问费用高昂且响应滞后，求职者缺乏 24/7 实时解答个性化疑问的渠道。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笔试缺乏专业反馈：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企业笔试题型差异大，缺乏有效反馈机制，学生多采用低效无序的盲目刷题方式准备。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6576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Bef>
                <a:spcPts val="20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 algn="ctr">
              <a:spcBef>
                <a:spcPts val="30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简历量化评估  ·  模拟交互咨询  ·  全流程求职辅助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8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传统简历无法直观感知在算法系统中的真实得分，导致求职者在投递环节缺乏针对性，盲目投递且最终的简历筛选通过率与岗位匹配转化率均处于低位。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800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8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00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8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