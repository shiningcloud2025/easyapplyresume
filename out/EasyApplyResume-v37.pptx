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274320" tIns="365760"/>
          <a:lstStyle/>
          <a:p>
            <a:pPr algn="ctr"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03  项目背景与痛点深度分析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04  技术选型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05  系统总体架构图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06  C端 — 易投简历用户端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274320" tIns="365760"/>
          <a:lstStyle/>
          <a:p>
            <a:pPr algn="ctr">
              <a:spcAft>
                <a:spcPts val="4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07  B端 — 易投简历管理端</a:t>
            </a:r>
          </a:p>
          <a:p>
            <a:pPr>
              <a:spcAft>
                <a:spcPts val="4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08  D端 — 广告与监控端</a:t>
            </a:r>
          </a:p>
          <a:p>
            <a:pPr>
              <a:spcAft>
                <a:spcPts val="4000"/>
              </a:spcAft>
              <a:defRPr sz="2200" b="1">
                <a:solidFill>
                  <a:srgbClr val="7C3AED"/>
                </a:solidFill>
                <a:latin typeface="Trebuchet MS"/>
              </a:defRPr>
            </a:pPr>
            <a:r>
              <a:t>09  总结与展望</a:t>
            </a:r>
          </a:p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10  致谢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