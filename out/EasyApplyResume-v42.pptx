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系统总体架构图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D端 — 广告与监控端</a:t>
            </a:r>
          </a:p>
        </p:txBody>
      </p:sp>
      <p:sp>
        <p:nvSpPr>
          <p:cNvPr id="19" name="Oval 18"/>
          <p:cNvSpPr/>
          <p:nvPr/>
        </p:nvSpPr>
        <p:spPr>
          <a:xfrm>
            <a:off x="3886200" y="484632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846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总结与展望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