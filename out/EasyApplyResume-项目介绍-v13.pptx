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AI 驱动的智能求职与管理平台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简历制作低效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海量模板难以选择</a:t>
            </a:r>
            <a:br/>
            <a:r>
              <a:t>手动排版耗时费力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信息不对称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运营负担重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缺乏个性化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