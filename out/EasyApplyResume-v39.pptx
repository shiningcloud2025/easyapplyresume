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828800"/>
            <a:ext cx="54864" cy="2286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EasyApplyResume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284C7"/>
                </a:solidFill>
                <a:latin typeface="Trebuchet MS"/>
              </a:defRPr>
            </a:pPr>
            <a:r>
              <a:t>基于SpringAI和机器学习的智能简历平台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4572000" cy="18288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基于AI+机器学习驱动的智能求职与管理平台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6217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F172A"/>
                </a:solidFill>
                <a:latin typeface="Trebuchet MS"/>
              </a:defRPr>
            </a:pPr>
            <a:r>
              <a:t>答辩人：赵云翰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325880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2423160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231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520439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2043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617720"/>
            <a:ext cx="457200" cy="45720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617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280160"/>
            <a:ext cx="13716" cy="4754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09360" y="1325880"/>
            <a:ext cx="457200" cy="457200"/>
          </a:xfrm>
          <a:prstGeom prst="ellipse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13258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D948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18" name="Oval 17"/>
          <p:cNvSpPr/>
          <p:nvPr/>
        </p:nvSpPr>
        <p:spPr>
          <a:xfrm>
            <a:off x="6309360" y="2606039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606039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A580C"/>
                </a:solidFill>
                <a:latin typeface="Trebuchet MS"/>
              </a:defRPr>
            </a:pPr>
            <a:r>
              <a:t>D端 — 广告与监控端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38862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886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7C3AED"/>
                </a:solidFill>
                <a:latin typeface="Trebuchet MS"/>
              </a:defRPr>
            </a:pPr>
            <a:r>
              <a:t>总结与展望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/>
              </a:rPr>
              <a:t>1222 万</a:t>
            </a:r>
            <a:r>
              <a:rPr sz="1300">
                <a:solidFill>
                  <a:srgbClr val="64748B"/>
                </a:solidFill>
                <a:latin typeface="Calibri"/>
              </a:rPr>
              <a:t> 人，竞争空前激烈。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/>
              </a:rPr>
              <a:t>缺乏专业的量化分析与针对性的优化建议，难以突出个人优势。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/>
              </a:rPr>
              <a:t>专业顾问服务供需严重失衡，信息传递存在壁垒，反馈不及时。</a:t>
            </a: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/>
              </a:rPr>
              <a:t>缺乏行业真实题库与场景化模拟，导致备考效率低、实战能力弱。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 tIns="228600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/>
              </a:rPr>
              <a:t>基于机器学习模型对简历内容进行多维度量化评分，精准匹配岗位需求，大幅提升简历投递的针对性与通过率。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/>
              </a:rPr>
              <a:t>构建具备深度行业语义理解能力的 AI 问答系统，提供 24/7 实时咨询服务，打破传统顾问服务的时间与成本壁垒。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/>
              </a:rPr>
              <a:t>打造高度仿真的笔试模拟与岗位实训环境，通过实战反馈辅助职业决策，补齐求职准备的短板。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09728" tIns="201168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4/9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4748B"/>
                </a:solidFill>
              </a:defRPr>
            </a:pPr>
            <a:r>
              <a:t>[请将架构图保存为 out/architecture.png]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37160" tIns="228600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大模型API并发能力受限 / 上下文记忆存储空间不足 / 自部署模型能力较弱 / 推理服务器成本较高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1828800"/>
            <a:ext cx="2133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284C7"/>
                </a:solidFill>
                <a:latin typeface="Trebuchet MS"/>
              </a:defRPr>
            </a:pPr>
            <a:r>
              <a:t>EasyApplyResume — AI 驱动的智能求职与管理平台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Spring Boot · Spring AI · MyBatis-Plus · Redis · PostgreSQL · React ·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shiningCloud2025 © 2026</a:t>
            </a:r>
          </a:p>
        </p:txBody>
      </p:sp>
    </p:spTree>
  </p:cSld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  <p:clrMapOvr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