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问题背景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简历制作低效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海量模板难以选择</a:t>
            </a:r>
            <a:br/>
            <a:r>
              <a:t>手动排版耗时费力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信息不对称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不了解企业真实需求</a:t>
            </a:r>
            <a:br/>
            <a:r>
              <a:t>JD 与简历匹配度低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运营负担重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海量数据需手动管理</a:t>
            </a:r>
            <a:br/>
            <a:r>
              <a:t>缺乏智能化运营工具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缺乏个性化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通用模板不匹配行业</a:t>
            </a:r>
            <a:br/>
            <a:r>
              <a:t>缺少 AI 辅助优化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基础框架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Boot 3.3.5 + Java 21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Spring Security 双链认证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MyBatis-Plus 3.5.7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Nacos 配置中心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Spring AI 多模型适配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ReAct Agent 智能体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RAG 检索增强生成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DashScope / 智谱 / Ollama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数据与存储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MySQL + PostgreSQL / PgVector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Redis 缓存 &amp; 消息通知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MinIO / 七牛云 OSS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Docker 容器化部署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LLM 调用 · 记忆管理 · 基础抽象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知识库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工具调用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对话记忆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安全过滤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客户端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流式输出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