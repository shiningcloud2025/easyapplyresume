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LLM 调用 · 记忆管理 · 基础抽象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MinIO / 七牛云存储</a:t>
            </a:r>
            <a:br/>
            <a:r>
              <a:t>多行业模板支持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37160" tIns="228600" bIns="91440"/>
          <a:lstStyle/>
          <a:p>
            <a:pPr algn="ctr">
              <a:spcAft>
                <a:spcPts val="800"/>
              </a:spcAft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  <a:p>
            <a:pPr>
              <a:lnSpc>
                <a:spcPts val="2200"/>
              </a:lnSpc>
              <a:defRPr sz="140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