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4748B"/>
                </a:solidFill>
                <a:latin typeface="Trebuchet MS"/>
              </a:defRPr>
            </a:pPr>
            <a:r>
              <a:t>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海量模板难以选择</a:t>
            </a:r>
            <a:br/>
            <a:r>
              <a:t>手动排版耗时费力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