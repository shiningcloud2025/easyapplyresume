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测试：点击鼠标看色块逐个出现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2743200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色块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2743200" cy="22860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色块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2286000"/>
            <a:ext cx="2743200" cy="228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色块 3</a:t>
            </a:r>
          </a:p>
        </p:txBody>
      </p:sp>
    </p:spTree>
  </p:cSld>
  <p:clrMapOvr>
    <a:masterClrMapping/>
  </p:clrMapOvr>
  <p:transition spd="med">
    <p:fade/>
  </p:transition>
  <p:timing>
    <p:tnLst>
      <p:seq concurrent="0">
        <p:cTn id="5539e5ea-7ca6-4a2a-a5d5-ef402fb2a696" dur="indefinite">
          <p:stCondLst>
            <p:cond delay="0"/>
          </p:stCondLst>
        </p:cTn>
        <p:childTnLst>
          <p:par>
            <p:cTn id="56581c2b-4499-44b9-aafb-0efbeb9c53a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cc18f3b-e077-49bd-83b6-59234b462474" dur="500"/>
                  <p:tgtEl>
                    <p:spTgt spid="3"/>
                  </p:tgtEl>
                </p:cBhvr>
              </p:animEffect>
            </p:childTnLst>
          </p:par>
          <p:par>
            <p:cTn id="cb633476-eb8e-4fbf-b74a-74e49a30f8c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a091b9d-7d90-4dca-9fcf-fe826d79a5b7" dur="500"/>
                  <p:tgtEl>
                    <p:spTgt spid="4"/>
                  </p:tgtEl>
                </p:cBhvr>
              </p:animEffect>
            </p:childTnLst>
          </p:par>
          <p:par>
            <p:cTn id="cb88ea54-0f9b-4d3d-be20-38c6f7491ec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b5111df-76b6-4a59-bea2-3b8e56ecfb1d" dur="500"/>
                  <p:tgtEl>
                    <p:spTgt spid="5"/>
                  </p:tgtEl>
                </p:cBhvr>
              </p:animEffect>
            </p:childTnLst>
          </p:par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