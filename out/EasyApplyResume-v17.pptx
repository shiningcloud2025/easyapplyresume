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 bIns="182880"/>
          <a:lstStyle/>
          <a:p>
            <a:pPr algn="ctr"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01 求职市场的严峻现状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28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▸ 简历竞争力不透明：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▸ 咨询服务响应滞后：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▸ 笔试准备缺乏资源：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51206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 bIns="182880"/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spcBef>
                <a:spcPts val="800"/>
              </a:spcBef>
            </a:pPr>
          </a:p>
          <a:p>
            <a:pPr>
              <a:lnSpc>
                <a:spcPts val="2600"/>
              </a:lnSpc>
              <a:spcBef>
                <a:spcPts val="2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4000"/>
              </a:spcBef>
            </a:pP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简历量化评估  ·  模拟交互咨询  ·  全流程求职辅助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