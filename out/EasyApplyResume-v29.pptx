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我的简历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上传解析 / 在线编辑 / 多版本管理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简历模版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行业模版库 / 智能推荐 / 预览下载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招聘信息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岗位浏览 / 智能筛选 / 投递跟踪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求职攻略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智能润色 / RAG增强 / 流式对话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题库练习 / 模拟考试 / 自动评分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61722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284C7"/>
                </a:solidFill>
                <a:latin typeface="Trebuchet MS"/>
              </a:defRPr>
            </a:pPr>
            <a:r>
              <a:t>反馈建议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意见收集 / 问题反馈 / 版本更新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网站管理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内容发布 / SEO 优化 / 页面配置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文章管理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撰写编辑 / 分类管理 / 发布审核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招聘管理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岗位发布 / 数据维护 / 统计报表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简历管理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模版上下架 / 行业映射 / 评分规则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Map管理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行业岗位映射 / 标签体系维护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AI管理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AI 助手配置 / RAG 知识库管理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反馈管理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用户反馈处理 / 优化跟踪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帮助中心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FAQ 维护 / 使用指南 / 文档管理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题库管理 / 试卷组卷 / 成绩分析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评分模型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XGBoost 模型 / 权重配置 / 效果评估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公告发布 / 定时推送 / 用户触达追踪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广告上下架 / 排期控制 / 素材管理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日活 / 访问轨迹 / 行为分析看板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API 调用量 / 性能指标 / 异常预警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中间件监测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Redis 状态 / 数据库连接池 / 消息队列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SSH 远程连接 / 健康检测 / 自动巡检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61722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防火墙配置 / 日志审计 / 漏洞扫描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