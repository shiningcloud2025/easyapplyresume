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816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TypeScript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Axios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214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Spring Boot 3.3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Spring Security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七牛云 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3429000"/>
            <a:ext cx="3474720" cy="21214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Spring AI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42900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429000"/>
            <a:ext cx="34747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01168"/>
          <a:lstStyle/>
          <a:p>
            <a:pPr algn="ctr">
              <a:spcAft>
                <a:spcPts val="1000"/>
              </a:spcAft>
              <a:defRPr sz="16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通义千问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智谱AI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豆包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• LangChain4j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