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Vue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Ant Design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ElementUI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SpringBoot3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SpringMVC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MyBatisPlus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SpringSecurity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SpringTask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JWT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LogBack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MySQL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PostgreSQL / PgVector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Redis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MinIO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七牛云KODO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Nacos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Yapi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机器学习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SpringAIAlibaba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Prompt 工程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RAG 检索增强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Function Calling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65A30D"/>
                </a:solidFill>
                <a:latin typeface="Trebuchet MS"/>
              </a:defRPr>
            </a:pPr>
            <a:r>
              <a:t>运维技术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 Compose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SpringBootAdmin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Prometheus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840480"/>
            <a:ext cx="3474720" cy="54864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易投简历系统总体架构图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[请将架构图保存为 out/architecture.png]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我的简历模块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导入简历 / 新建简历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在线编辑 / 给HR发送简历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简历模版模块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简历模版库 / 创建新的简历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招聘信息模块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招聘公司浏览 / 招聘岗位浏览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招聘地点浏览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求职攻略模块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行业指南 / 面试技巧 / 职场干货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AI简历助手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智能润色 / 流式对话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记忆对话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笔试专项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题库分类 / 题目练习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题目解析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网站管理模块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管理员管理 / 角色管理 / 权限管理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文章管理模块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求职攻略文章管理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8348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招聘管理模块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招聘岗位管理 / 招聘信息管理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简历管理模块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简历模版管理 / 系统删除简历管理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404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Map管理模块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行业 / 大学 / 省份 / 城市 / 区县 / 街道Map管理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AI管理模块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AI智能问答助手 / AI智能体助手 / LLM调用日志管理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反馈管理模块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用户端反馈管理 / 管理端反馈管理 / 用户端反馈记录 / 管理端反馈记录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笔试专项管理模块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题库大类管理 / 题库小类管理 / 题库题目管理 / 用户答题管理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评分模型管理模块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训练数据管理 / 训练代码管理 / 模型版本管理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6404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内外系统等模块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内部系统 / 外部系统 / API文档中心等模块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易投简历广告与监控端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公告管理模块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管理端公告管理 / 用户端公告管理 / 监测端公告管理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广告管理模块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管理端广告管理 / 用户端广告管理 / 监测端广告管理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用户监测管理模块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管理监测管理模块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服务器管理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设备管理 / 设备监控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网站安全管理模块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SpringBootAdmin / Prometheus /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已解决的问题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OSS孤儿数据清理 / 逻辑删除updateById修复 / 细粒度权限控制优化 / 多数据源统一管理 / 流式响应性能优化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未解决的问题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大模型API并发能力受限 / 上下文记忆存储空间不足 / 自部署模型能力较弱 / 推理服务器成本较高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634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落地展望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高校市场(B端):赋能就业指导中心 / 个人用户(C端):AI简历优化+面试模拟 / 招聘生态(D端):为HR提供评分等API接口,辅助筛选 / 智能简历初筛+人岗匹配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