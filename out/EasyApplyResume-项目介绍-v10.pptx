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1828800"/>
            <a:ext cx="54864" cy="22860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>
                <a:solidFill>
                  <a:srgbClr val="0F172A"/>
                </a:solidFill>
                <a:latin typeface="Trebuchet MS"/>
              </a:defRPr>
            </a:pPr>
            <a:r>
              <a:t>EasyApplyResume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9260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0284C7"/>
                </a:solidFill>
                <a:latin typeface="Trebuchet MS"/>
              </a:defRPr>
            </a:pPr>
            <a:r>
              <a:t>AI-Driven Smart Job Platform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3840480"/>
            <a:ext cx="4572000" cy="18288"/>
          </a:xfrm>
          <a:prstGeom prst="rect">
            <a:avLst/>
          </a:prstGeom>
          <a:solidFill>
            <a:srgbClr val="0D9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41148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Calibri"/>
              </a:defRPr>
            </a:pPr>
            <a:r>
              <a:t>Spring Boot . Spring AI . MyBatis-Plus . Redis . PostgreSQL . React . Docker</a:t>
            </a:r>
          </a:p>
        </p:txBody>
      </p:sp>
    </p:spTree>
  </p:cSld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attrNameLst>
                                        <p:attrName>style.visibility</p:attrName>
                                      </p:attrNameLst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attrNameLst>
                                        <p:attrName>style.visibility</p:attrName>
                                      </p:attrNameLst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attrNameLst>
                                        <p:attrName>style.visibility</p:attrName>
                                      </p:attrNameLst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attrNameLst>
                                        <p:attrName>style.visibility</p:attrName>
                                      </p:attrNameLst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attrNameLst>
                                        <p:attrName>style.visibility</p:attrName>
                                      </p:attrNameLst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Trebuchet MS"/>
              </a:defRPr>
            </a:pPr>
            <a:r>
              <a:t>Problem Background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91695" cy="2743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alibri"/>
              </a:defRPr>
            </a:pPr>
            <a:r>
              <a:t>2/9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097280"/>
            <a:ext cx="530352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097280"/>
            <a:ext cx="54864" cy="219456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28016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284C7"/>
                </a:solidFill>
                <a:latin typeface="Trebuchet MS"/>
              </a:defRPr>
            </a:pPr>
            <a:r>
              <a:t>Resume Making Inefficient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874520"/>
            <a:ext cx="4754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293B"/>
                </a:solidFill>
                <a:latin typeface="Calibri"/>
              </a:defRPr>
            </a:pPr>
            <a:r>
              <a:t>Mass templates hard to choose</a:t>
            </a:r>
            <a:br/>
            <a:r>
              <a:t>Manual formatting time-consuming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59" y="1097280"/>
            <a:ext cx="530352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59" y="1097280"/>
            <a:ext cx="54864" cy="2194560"/>
          </a:xfrm>
          <a:prstGeom prst="rect">
            <a:avLst/>
          </a:prstGeom>
          <a:solidFill>
            <a:srgbClr val="0D9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79" y="128016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D948F"/>
                </a:solidFill>
                <a:latin typeface="Trebuchet MS"/>
              </a:defRPr>
            </a:pPr>
            <a:r>
              <a:t>Info Asymmetry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79" y="1874520"/>
            <a:ext cx="4754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293B"/>
                </a:solidFill>
                <a:latin typeface="Calibri"/>
              </a:defRPr>
            </a:pPr>
            <a:r>
              <a:t>Unfamiliar with enterprise needs</a:t>
            </a:r>
            <a:br/>
            <a:r>
              <a:t>Low JD-resume match rate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703320"/>
            <a:ext cx="530352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3703320"/>
            <a:ext cx="54864" cy="219456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88620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A580C"/>
                </a:solidFill>
                <a:latin typeface="Trebuchet MS"/>
              </a:defRPr>
            </a:pPr>
            <a:r>
              <a:t>High Operation Burden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480560"/>
            <a:ext cx="4754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293B"/>
                </a:solidFill>
                <a:latin typeface="Calibri"/>
              </a:defRPr>
            </a:pPr>
            <a:r>
              <a:t>Mass data manual management</a:t>
            </a:r>
            <a:br/>
            <a:r>
              <a:t>Lack of intelligent tools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59" y="3703320"/>
            <a:ext cx="530352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09359" y="3703320"/>
            <a:ext cx="54864" cy="21945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79" y="388620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7C3AED"/>
                </a:solidFill>
                <a:latin typeface="Trebuchet MS"/>
              </a:defRPr>
            </a:pPr>
            <a:r>
              <a:t>Lack Personalization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79" y="4480560"/>
            <a:ext cx="4754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293B"/>
                </a:solidFill>
                <a:latin typeface="Calibri"/>
              </a:defRPr>
            </a:pPr>
            <a:r>
              <a:t>Generic templates not industry-fit</a:t>
            </a:r>
            <a:br/>
            <a:r>
              <a:t>Missing AI optimization</a:t>
            </a:r>
          </a:p>
        </p:txBody>
      </p:sp>
    </p:spTree>
  </p:cSld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attrNameLst>
                                        <p:attrName>style.visibility</p:attrName>
                                      </p:attrNameLst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attrNameLst>
                                        <p:attrName>style.visibility</p:attrName>
                                      </p:attrNameLst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attrNameLst>
                                        <p:attrName>style.visibility</p:attrName>
                                      </p:attrNameLst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attrNameLst>
                                        <p:attrName>style.visibility</p:attrName>
                                      </p:attrNameLst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attrNameLst>
                                        <p:attrName>style.visibility</p:attrName>
                                      </p:attrNameLst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attrNameLst>
                                        <p:attrName>style.visibility</p:attrName>
                                      </p:attrNameLst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attrNameLst>
                                        <p:attrName>style.visibility</p:attrName>
                                      </p:attrNameLst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attrNameLst>
                                        <p:attrName>style.visibility</p:attrName>
                                      </p:attrNameLst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attrNameLst>
                                        <p:attrName>style.visibility</p:attrName>
                                      </p:attrNameLst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attrNameLst>
                                        <p:attrName>style.visibility</p:attrName>
                                      </p:attrNameLst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attrNameLst>
                                        <p:attrName>style.visibility</p:attrName>
                                      </p:attrNameLst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attrNameLst>
                                        <p:attrName>style.visibility</p:attrName>
                                      </p:attrNameLst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attrNameLst>
                                        <p:attrName>style.visibility</p:attrName>
                                      </p:attrNameLst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attrNameLst>
                                        <p:attrName>style.visibility</p:attrName>
                                      </p:attrNameLst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attrNameLst>
                                        <p:attrName>style.visibility</p:attrName>
                                      </p:attrNameLst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attrNameLst>
                                        <p:attrName>style.visibility</p:attrName>
                                      </p:attrNameLst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attrNameLst>
                                        <p:attrName>style.visibility</p:attrName>
                                      </p:attrNameLst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  <p:attrNameLst>
                                        <p:attrName>style.visibility</p:attrName>
                                      </p:attrNameLst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attrNameLst>
                                        <p:attrName>style.visibility</p:attrName>
                                      </p:attrNameLst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attrNameLst>
                                        <p:attrName>style.visibility</p:attrName>
                                      </p:attrNameLst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Trebuchet MS"/>
              </a:defRPr>
            </a:pPr>
            <a:r>
              <a:t>Tech Stack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91695" cy="2743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alibri"/>
              </a:defRPr>
            </a:pPr>
            <a:r>
              <a:t>3/9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97280"/>
            <a:ext cx="3474720" cy="4572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09728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Trebuchet MS"/>
              </a:defRPr>
            </a:pPr>
            <a:r>
              <a:t>Foundation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828800"/>
            <a:ext cx="3474720" cy="411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90195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Calibri"/>
              </a:defRPr>
            </a:pPr>
            <a:r>
              <a:t>Spring Boot 3.3.5 + Java 21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331720"/>
            <a:ext cx="3474720" cy="411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40487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Calibri"/>
              </a:defRPr>
            </a:pPr>
            <a:r>
              <a:t>Spring Security Dual Chain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834640"/>
            <a:ext cx="3474720" cy="411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290779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Calibri"/>
              </a:defRPr>
            </a:pPr>
            <a:r>
              <a:t>MyBatis-Plus 3.5.7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337560"/>
            <a:ext cx="3474720" cy="411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41071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Calibri"/>
              </a:defRPr>
            </a:pPr>
            <a:r>
              <a:t>Nacos Config Center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97679" y="1097280"/>
            <a:ext cx="3474720" cy="457200"/>
          </a:xfrm>
          <a:prstGeom prst="rect">
            <a:avLst/>
          </a:prstGeom>
          <a:solidFill>
            <a:srgbClr val="0D9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89119" y="109728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Trebuchet MS"/>
              </a:defRPr>
            </a:pPr>
            <a:r>
              <a:t>AI &amp; LLM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79" y="1828800"/>
            <a:ext cx="3474720" cy="411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34839" y="190195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Calibri"/>
              </a:defRPr>
            </a:pPr>
            <a:r>
              <a:t>Spring AI Multi-Model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97679" y="2331720"/>
            <a:ext cx="3474720" cy="411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34839" y="240487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Calibri"/>
              </a:defRPr>
            </a:pPr>
            <a:r>
              <a:t>ReAct Agent Architecture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97679" y="2834640"/>
            <a:ext cx="3474720" cy="411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34839" y="290779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Calibri"/>
              </a:defRPr>
            </a:pPr>
            <a:r>
              <a:t>RAG Retrieval Augmented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97679" y="3337560"/>
            <a:ext cx="3474720" cy="411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34839" y="341071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Calibri"/>
              </a:defRPr>
            </a:pPr>
            <a:r>
              <a:t>DashScope / Zhipu / Ollama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046719" y="1097280"/>
            <a:ext cx="3474720" cy="45720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38159" y="109728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Trebuchet MS"/>
              </a:defRPr>
            </a:pPr>
            <a:r>
              <a:t>Data &amp; Storage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46719" y="1828800"/>
            <a:ext cx="3474720" cy="411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183879" y="190195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Calibri"/>
              </a:defRPr>
            </a:pPr>
            <a:r>
              <a:t>MySQL + PostgreSQL / PgVector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46719" y="2331720"/>
            <a:ext cx="3474720" cy="411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183879" y="240487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Calibri"/>
              </a:defRPr>
            </a:pPr>
            <a:r>
              <a:t>Redis Cache &amp; Messaging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046719" y="2834640"/>
            <a:ext cx="3474720" cy="411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183879" y="290779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Calibri"/>
              </a:defRPr>
            </a:pPr>
            <a:r>
              <a:t>MinIO / Qiniu OSS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046719" y="3337560"/>
            <a:ext cx="3474720" cy="411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183879" y="341071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Calibri"/>
              </a:defRPr>
            </a:pPr>
            <a:r>
              <a:t>Docker Deployment</a:t>
            </a:r>
          </a:p>
        </p:txBody>
      </p:sp>
    </p:spTree>
  </p:cSld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attrNameLst>
                                        <p:attrName>style.visibility</p:attrName>
                                      </p:attrNameLst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attrNameLst>
                                        <p:attrName>style.visibility</p:attrName>
                                      </p:attrNameLst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attrNameLst>
                                        <p:attrName>style.visibility</p:attrName>
                                      </p:attrNameLst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attrNameLst>
                                        <p:attrName>style.visibility</p:attrName>
                                      </p:attrNameLst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attrNameLst>
                                        <p:attrName>style.visibility</p:attrName>
                                      </p:attrNameLst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attrNameLst>
                                        <p:attrName>style.visibility</p:attrName>
                                      </p:attrNameLst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attrNameLst>
                                        <p:attrName>style.visibility</p:attrName>
                                      </p:attrNameLst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attrNameLst>
                                        <p:attrName>style.visibility</p:attrName>
                                      </p:attrNameLst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attrNameLst>
                                        <p:attrName>style.visibility</p:attrName>
                                      </p:attrNameLst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attrNameLst>
                                        <p:attrName>style.visibility</p:attrName>
                                      </p:attrNameLst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attrNameLst>
                                        <p:attrName>style.visibility</p:attrName>
                                      </p:attrNameLst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attrNameLst>
                                        <p:attrName>style.visibility</p:attrName>
                                      </p:attrNameLst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attrNameLst>
                                        <p:attrName>style.visibility</p:attrName>
                                      </p:attrNameLst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attrNameLst>
                                        <p:attrName>style.visibility</p:attrName>
                                      </p:attrNameLst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attrNameLst>
                                        <p:attrName>style.visibility</p:attrName>
                                      </p:attrNameLst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attrNameLst>
                                        <p:attrName>style.visibility</p:attrName>
                                      </p:attrNameLst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attrNameLst>
                                        <p:attrName>style.visibility</p:attrName>
                                      </p:attrNameLst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  <p:attrNameLst>
                                        <p:attrName>style.visibility</p:attrName>
                                      </p:attrNameLst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attrNameLst>
                                        <p:attrName>style.visibility</p:attrName>
                                      </p:attrNameLst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attrNameLst>
                                        <p:attrName>style.visibility</p:attrName>
                                      </p:attrNameLst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attrNameLst>
                                        <p:attrName>style.visibility</p:attrName>
                                      </p:attrNameLst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  <p:attrNameLst>
                                        <p:attrName>style.visibility</p:attrName>
                                      </p:attrNameLst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</p:cBhvr>
                                      <p:attrNameLst>
                                        <p:attrName>style.visibility</p:attrName>
                                      </p:attrNameLst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</p:cBhvr>
                                      <p:attrNameLst>
                                        <p:attrName>style.visibility</p:attrName>
                                      </p:attrNameLst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</p:cBhvr>
                                      <p:attrNameLst>
                                        <p:attrName>style.visibility</p:attrName>
                                      </p:attrNameLst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</p:cBhvr>
                                      <p:attrNameLst>
                                        <p:attrName>style.visibility</p:attrName>
                                      </p:attrNameLst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</p:cBhvr>
                                      <p:attrNameLst>
                                        <p:attrName>style.visibility</p:attrName>
                                      </p:attrNameLst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</p:cBhvr>
                                      <p:attrNameLst>
                                        <p:attrName>style.visibility</p:attrName>
                                      </p:attrNameLst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</p:cBhvr>
                                      <p:attrNameLst>
                                        <p:attrName>style.visibility</p:attrName>
                                      </p:attrNameLst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</p:cBhvr>
                                      <p:attrNameLst>
                                        <p:attrName>style.visibility</p:attrName>
                                      </p:attrNameLst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</p:cBhvr>
                                      <p:attrNameLst>
                                        <p:attrName>style.visibility</p:attrName>
                                      </p:attrNameLst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</p:cBhvr>
                                      <p:attrNameLst>
                                        <p:attrName>style.visibility</p:attrName>
                                      </p:attrNameLst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</p:cBhvr>
                                      <p:attrNameLst>
                                        <p:attrName>style.visibility</p:attrName>
                                      </p:attrNameLst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</p:cBhvr>
                                      <p:attrNameLst>
                                        <p:attrName>style.visibility</p:attrName>
                                      </p:attrNameLst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Trebuchet MS"/>
              </a:defRPr>
            </a:pPr>
            <a:r>
              <a:t>AI Agent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91695" cy="2743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alibri"/>
              </a:defRPr>
            </a:pPr>
            <a:r>
              <a:t>4/9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097280"/>
            <a:ext cx="5029200" cy="1097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097280"/>
            <a:ext cx="54864" cy="109728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2344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284C7"/>
                </a:solidFill>
                <a:latin typeface="Trebuchet MS"/>
              </a:defRPr>
            </a:pPr>
            <a:r>
              <a:t>BaseAgent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6459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LLM Call . Memory . Base Abstraction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21488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4748B"/>
                </a:solidFill>
                <a:latin typeface="Calibri"/>
              </a:defRPr>
            </a:pPr>
            <a:r>
              <a:t>v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468880"/>
            <a:ext cx="5029200" cy="1097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2468880"/>
            <a:ext cx="54864" cy="1097280"/>
          </a:xfrm>
          <a:prstGeom prst="rect">
            <a:avLst/>
          </a:prstGeom>
          <a:solidFill>
            <a:srgbClr val="0D9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6060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D948F"/>
                </a:solidFill>
                <a:latin typeface="Trebuchet MS"/>
              </a:defRPr>
            </a:pPr>
            <a:r>
              <a:t>ReActAgent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0175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Think -&gt; Act -&gt; Observe Cycle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0" y="35204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4748B"/>
                </a:solidFill>
                <a:latin typeface="Calibri"/>
              </a:defRPr>
            </a:pPr>
            <a:r>
              <a:t>v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840480"/>
            <a:ext cx="5029200" cy="1097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3840480"/>
            <a:ext cx="54864" cy="109728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9776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A580C"/>
                </a:solidFill>
                <a:latin typeface="Trebuchet MS"/>
              </a:defRPr>
            </a:pPr>
            <a:r>
              <a:t>ToolCallAgent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3891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Tool Registry . Function Calling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10972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F172A"/>
                </a:solidFill>
                <a:latin typeface="Trebuchet MS"/>
              </a:defRPr>
            </a:pPr>
            <a:r>
              <a:t>Core Components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1691640"/>
            <a:ext cx="5486400" cy="640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17920" y="1691640"/>
            <a:ext cx="54864" cy="64008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173736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284C7"/>
                </a:solidFill>
                <a:latin typeface="Trebuchet MS"/>
              </a:defRPr>
            </a:pPr>
            <a:r>
              <a:t>RAG Knowledge Base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2039112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PgVector + Cloud KB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0" y="2441448"/>
            <a:ext cx="5486400" cy="640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17920" y="2441448"/>
            <a:ext cx="54864" cy="640080"/>
          </a:xfrm>
          <a:prstGeom prst="rect">
            <a:avLst/>
          </a:prstGeom>
          <a:solidFill>
            <a:srgbClr val="0D9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92240" y="2487168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D948F"/>
                </a:solidFill>
                <a:latin typeface="Trebuchet MS"/>
              </a:defRPr>
            </a:pPr>
            <a:r>
              <a:t>Tool Calling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278892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Web Search . Terminal . File . PDF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17920" y="3191256"/>
            <a:ext cx="5486400" cy="640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217920" y="3191256"/>
            <a:ext cx="54864" cy="64008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92240" y="3236976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A580C"/>
                </a:solidFill>
                <a:latin typeface="Trebuchet MS"/>
              </a:defRPr>
            </a:pPr>
            <a:r>
              <a:t>Chat Memory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92240" y="3538728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MySQL Persist + In-Memory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17920" y="3941064"/>
            <a:ext cx="5486400" cy="640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217920" y="3941064"/>
            <a:ext cx="54864" cy="6400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92240" y="3986784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7C3AED"/>
                </a:solidFill>
                <a:latin typeface="Trebuchet MS"/>
              </a:defRPr>
            </a:pPr>
            <a:r>
              <a:t>Security Filter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92240" y="4288536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Sensitive Words . Auth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217920" y="4690872"/>
            <a:ext cx="5486400" cy="640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217920" y="4690872"/>
            <a:ext cx="54864" cy="64008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92240" y="4736592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284C7"/>
                </a:solidFill>
                <a:latin typeface="Trebuchet MS"/>
              </a:defRPr>
            </a:pPr>
            <a:r>
              <a:t>MCP Client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92240" y="5038344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Multi-Protocol Integration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17920" y="5440679"/>
            <a:ext cx="5486400" cy="640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17920" y="5440679"/>
            <a:ext cx="54864" cy="640080"/>
          </a:xfrm>
          <a:prstGeom prst="rect">
            <a:avLst/>
          </a:prstGeom>
          <a:solidFill>
            <a:srgbClr val="0D9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92240" y="5486399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D948F"/>
                </a:solidFill>
                <a:latin typeface="Trebuchet MS"/>
              </a:defRPr>
            </a:pPr>
            <a:r>
              <a:t>Stream Output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92240" y="5788151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SSE Real-Time Response</a:t>
            </a:r>
          </a:p>
        </p:txBody>
      </p:sp>
    </p:spTree>
  </p:cSld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attrNameLst>
                                        <p:attrName>style.visibility</p:attrName>
                                      </p:attrNameLst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attrNameLst>
                                        <p:attrName>style.visibility</p:attrName>
                                      </p:attrNameLst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attrNameLst>
                                        <p:attrName>style.visibility</p:attrName>
                                      </p:attrNameLst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attrNameLst>
                                        <p:attrName>style.visibility</p:attrName>
                                      </p:attrNameLst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attrNameLst>
                                        <p:attrName>style.visibility</p:attrName>
                                      </p:attrNameLst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attrNameLst>
                                        <p:attrName>style.visibility</p:attrName>
                                      </p:attrNameLst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attrNameLst>
                                        <p:attrName>style.visibility</p:attrName>
                                      </p:attrNameLst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attrNameLst>
                                        <p:attrName>style.visibility</p:attrName>
                                      </p:attrNameLst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attrNameLst>
                                        <p:attrName>style.visibility</p:attrName>
                                      </p:attrNameLst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attrNameLst>
                                        <p:attrName>style.visibility</p:attrName>
                                      </p:attrNameLst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attrNameLst>
                                        <p:attrName>style.visibility</p:attrName>
                                      </p:attrNameLst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attrNameLst>
                                        <p:attrName>style.visibility</p:attrName>
                                      </p:attrNameLst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attrNameLst>
                                        <p:attrName>style.visibility</p:attrName>
                                      </p:attrNameLst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attrNameLst>
                                        <p:attrName>style.visibility</p:attrName>
                                      </p:attrNameLst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attrNameLst>
                                        <p:attrName>style.visibility</p:attrName>
                                      </p:attrNameLst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attrNameLst>
                                        <p:attrName>style.visibility</p:attrName>
                                      </p:attrNameLst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attrNameLst>
                                        <p:attrName>style.visibility</p:attrName>
                                      </p:attrNameLst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  <p:attrNameLst>
                                        <p:attrName>style.visibility</p:attrName>
                                      </p:attrNameLst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attrNameLst>
                                        <p:attrName>style.visibility</p:attrName>
                                      </p:attrNameLst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attrNameLst>
                                        <p:attrName>style.visibility</p:attrName>
                                      </p:attrNameLst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attrNameLst>
                                        <p:attrName>style.visibility</p:attrName>
                                      </p:attrNameLst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  <p:attrNameLst>
                                        <p:attrName>style.visibility</p:attrName>
                                      </p:attrNameLst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</p:cBhvr>
                                      <p:attrNameLst>
                                        <p:attrName>style.visibility</p:attrName>
                                      </p:attrNameLst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</p:cBhvr>
                                      <p:attrNameLst>
                                        <p:attrName>style.visibility</p:attrName>
                                      </p:attrNameLst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</p:cBhvr>
                                      <p:attrNameLst>
                                        <p:attrName>style.visibility</p:attrName>
                                      </p:attrNameLst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</p:cBhvr>
                                      <p:attrNameLst>
                                        <p:attrName>style.visibility</p:attrName>
                                      </p:attrNameLst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</p:cBhvr>
                                      <p:attrNameLst>
                                        <p:attrName>style.visibility</p:attrName>
                                      </p:attrNameLst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</p:cBhvr>
                                      <p:attrNameLst>
                                        <p:attrName>style.visibility</p:attrName>
                                      </p:attrNameLst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</p:cBhvr>
                                      <p:attrNameLst>
                                        <p:attrName>style.visibility</p:attrName>
                                      </p:attrNameLst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</p:cBhvr>
                                      <p:attrNameLst>
                                        <p:attrName>style.visibility</p:attrName>
                                      </p:attrNameLst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</p:cBhvr>
                                      <p:attrNameLst>
                                        <p:attrName>style.visibility</p:attrName>
                                      </p:attrNameLst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</p:cBhvr>
                                      <p:attrNameLst>
                                        <p:attrName>style.visibility</p:attrName>
                                      </p:attrNameLst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</p:cBhvr>
                                      <p:attrNameLst>
                                        <p:attrName>style.visibility</p:attrName>
                                      </p:attrNameLst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</p:cBhvr>
                                      <p:attrNameLst>
                                        <p:attrName>style.visibility</p:attrName>
                                      </p:attrNameLst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</p:cBhvr>
                                      <p:attrNameLst>
                                        <p:attrName>style.visibility</p:attrName>
                                      </p:attrNameLst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</p:cBhvr>
                                      <p:attrNameLst>
                                        <p:attrName>style.visibility</p:attrName>
                                      </p:attrNameLst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</p:cBhvr>
                                      <p:attrNameLst>
                                        <p:attrName>style.visibility</p:attrName>
                                      </p:attrNameLst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</p:cBhvr>
                                      <p:attrNameLst>
                                        <p:attrName>style.visibility</p:attrName>
                                      </p:attrNameLst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</p:cBhvr>
                                      <p:attrNameLst>
                                        <p:attrName>style.visibility</p:attrName>
                                      </p:attrNameLst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</p:cBhvr>
                                      <p:attrNameLst>
                                        <p:attrName>style.visibility</p:attrName>
                                      </p:attrNameLst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</p:cBhvr>
                                      <p:attrNameLst>
                                        <p:attrName>style.visibility</p:attrName>
                                      </p:attrNameLst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</p:cBhvr>
                                      <p:attrNameLst>
                                        <p:attrName>style.visibility</p:attrName>
                                      </p:attrNameLst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</p:cBhvr>
                                      <p:attrNameLst>
                                        <p:attrName>style.visibility</p:attrName>
                                      </p:attrNameLst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Trebuchet MS"/>
              </a:defRPr>
            </a:pPr>
            <a:r>
              <a:t>C-End . Resume AI Assistant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91695" cy="2743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alibri"/>
              </a:defRPr>
            </a:pPr>
            <a:r>
              <a:t>5/9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097280"/>
            <a:ext cx="3474720" cy="2240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097280"/>
            <a:ext cx="3474720" cy="4572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32588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284C7"/>
                </a:solidFill>
                <a:latin typeface="Trebuchet MS"/>
              </a:defRPr>
            </a:pPr>
            <a:r>
              <a:t>Smart Polish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920240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Calibri"/>
              </a:defRPr>
            </a:pPr>
            <a:r>
              <a:t>AI analyzes &amp; optimizes</a:t>
            </a:r>
            <a:br/>
            <a:r>
              <a:t>Auto adjust wording &amp; layout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097280"/>
            <a:ext cx="3474720" cy="2240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43400" y="1097280"/>
            <a:ext cx="3474720" cy="45720"/>
          </a:xfrm>
          <a:prstGeom prst="rect">
            <a:avLst/>
          </a:prstGeom>
          <a:solidFill>
            <a:srgbClr val="0D9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26280" y="132588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D948F"/>
                </a:solidFill>
                <a:latin typeface="Trebuchet MS"/>
              </a:defRPr>
            </a:pPr>
            <a:r>
              <a:t>Custom Advice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1920240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Calibri"/>
              </a:defRPr>
            </a:pPr>
            <a:r>
              <a:t>Target JD-based</a:t>
            </a:r>
            <a:br/>
            <a:r>
              <a:t>Specific modification plan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097280"/>
            <a:ext cx="3474720" cy="2240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38160" y="1097280"/>
            <a:ext cx="3474720" cy="4572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0" y="132588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A580C"/>
                </a:solidFill>
                <a:latin typeface="Trebuchet MS"/>
              </a:defRPr>
            </a:pPr>
            <a:r>
              <a:t>RAG Enhanced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1920240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Calibri"/>
              </a:defRPr>
            </a:pPr>
            <a:r>
              <a:t>Vector DB matching</a:t>
            </a:r>
            <a:br/>
            <a:r>
              <a:t>Precise industry knowledge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703320"/>
            <a:ext cx="3474720" cy="2240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3703320"/>
            <a:ext cx="3474720" cy="457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393192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7C3AED"/>
                </a:solidFill>
                <a:latin typeface="Trebuchet MS"/>
              </a:defRPr>
            </a:pPr>
            <a:r>
              <a:t>Tool Calling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4526280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Calibri"/>
              </a:defRPr>
            </a:pPr>
            <a:r>
              <a:t>Web Search . PDF . Email . File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43400" y="3703320"/>
            <a:ext cx="3474720" cy="2240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343400" y="3703320"/>
            <a:ext cx="3474720" cy="4572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26280" y="393192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284C7"/>
                </a:solidFill>
                <a:latin typeface="Trebuchet MS"/>
              </a:defRPr>
            </a:pPr>
            <a:r>
              <a:t>Stream Chat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26280" y="4526280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Calibri"/>
              </a:defRPr>
            </a:pPr>
            <a:r>
              <a:t>SSE real-time response</a:t>
            </a:r>
            <a:br/>
            <a:r>
              <a:t>Typewriter effect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38160" y="3703320"/>
            <a:ext cx="3474720" cy="2240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138160" y="3703320"/>
            <a:ext cx="3474720" cy="45720"/>
          </a:xfrm>
          <a:prstGeom prst="rect">
            <a:avLst/>
          </a:prstGeom>
          <a:solidFill>
            <a:srgbClr val="0D9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21040" y="393192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D948F"/>
                </a:solidFill>
                <a:latin typeface="Trebuchet MS"/>
              </a:defRPr>
            </a:pPr>
            <a:r>
              <a:t>Eco Services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1040" y="4526280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Calibri"/>
              </a:defRPr>
            </a:pPr>
            <a:r>
              <a:t>MinIO/Qiniu storage</a:t>
            </a:r>
            <a:br/>
            <a:r>
              <a:t>Multi-industry templates</a:t>
            </a:r>
          </a:p>
        </p:txBody>
      </p:sp>
    </p:spTree>
  </p:cSld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attrNameLst>
                                        <p:attrName>style.visibility</p:attrName>
                                      </p:attrNameLst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attrNameLst>
                                        <p:attrName>style.visibility</p:attrName>
                                      </p:attrNameLst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attrNameLst>
                                        <p:attrName>style.visibility</p:attrName>
                                      </p:attrNameLst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attrNameLst>
                                        <p:attrName>style.visibility</p:attrName>
                                      </p:attrNameLst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attrNameLst>
                                        <p:attrName>style.visibility</p:attrName>
                                      </p:attrNameLst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attrNameLst>
                                        <p:attrName>style.visibility</p:attrName>
                                      </p:attrNameLst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attrNameLst>
                                        <p:attrName>style.visibility</p:attrName>
                                      </p:attrNameLst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attrNameLst>
                                        <p:attrName>style.visibility</p:attrName>
                                      </p:attrNameLst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attrNameLst>
                                        <p:attrName>style.visibility</p:attrName>
                                      </p:attrNameLst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attrNameLst>
                                        <p:attrName>style.visibility</p:attrName>
                                      </p:attrNameLst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attrNameLst>
                                        <p:attrName>style.visibility</p:attrName>
                                      </p:attrNameLst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attrNameLst>
                                        <p:attrName>style.visibility</p:attrName>
                                      </p:attrNameLst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attrNameLst>
                                        <p:attrName>style.visibility</p:attrName>
                                      </p:attrNameLst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attrNameLst>
                                        <p:attrName>style.visibility</p:attrName>
                                      </p:attrNameLst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attrNameLst>
                                        <p:attrName>style.visibility</p:attrName>
                                      </p:attrNameLst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attrNameLst>
                                        <p:attrName>style.visibility</p:attrName>
                                      </p:attrNameLst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attrNameLst>
                                        <p:attrName>style.visibility</p:attrName>
                                      </p:attrNameLst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  <p:attrNameLst>
                                        <p:attrName>style.visibility</p:attrName>
                                      </p:attrNameLst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attrNameLst>
                                        <p:attrName>style.visibility</p:attrName>
                                      </p:attrNameLst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attrNameLst>
                                        <p:attrName>style.visibility</p:attrName>
                                      </p:attrNameLst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attrNameLst>
                                        <p:attrName>style.visibility</p:attrName>
                                      </p:attrNameLst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  <p:attrNameLst>
                                        <p:attrName>style.visibility</p:attrName>
                                      </p:attrNameLst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</p:cBhvr>
                                      <p:attrNameLst>
                                        <p:attrName>style.visibility</p:attrName>
                                      </p:attrNameLst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</p:cBhvr>
                                      <p:attrNameLst>
                                        <p:attrName>style.visibility</p:attrName>
                                      </p:attrNameLst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</p:cBhvr>
                                      <p:attrNameLst>
                                        <p:attrName>style.visibility</p:attrName>
                                      </p:attrNameLst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</p:cBhvr>
                                      <p:attrNameLst>
                                        <p:attrName>style.visibility</p:attrName>
                                      </p:attrNameLst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</p:cBhvr>
                                      <p:attrNameLst>
                                        <p:attrName>style.visibility</p:attrName>
                                      </p:attrNameLst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</p:cBhvr>
                                      <p:attrNameLst>
                                        <p:attrName>style.visibility</p:attrName>
                                      </p:attrNameLst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Trebuchet MS"/>
              </a:defRPr>
            </a:pPr>
            <a:r>
              <a:t>B-End . System Manager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91695" cy="2743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alibri"/>
              </a:defRPr>
            </a:pPr>
            <a:r>
              <a:t>6/9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051560"/>
            <a:ext cx="5943600" cy="868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051560"/>
            <a:ext cx="54864" cy="86868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14300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284C7"/>
                </a:solidFill>
                <a:latin typeface="Trebuchet MS"/>
              </a:defRPr>
            </a:pPr>
            <a:r>
              <a:t>User Management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46304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Register/Login . Permission . Role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075688"/>
            <a:ext cx="5943600" cy="868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2075688"/>
            <a:ext cx="54864" cy="86868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167128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284C7"/>
                </a:solidFill>
                <a:latin typeface="Trebuchet MS"/>
              </a:defRPr>
            </a:pPr>
            <a:r>
              <a:t>Resume Template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487168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Template CRUD . Enable/Disable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099816"/>
            <a:ext cx="5943600" cy="868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3099816"/>
            <a:ext cx="54864" cy="86868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191256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284C7"/>
                </a:solidFill>
                <a:latin typeface="Trebuchet MS"/>
              </a:defRPr>
            </a:pPr>
            <a:r>
              <a:t>Written Test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511296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Question CRUD . Category . Level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123944"/>
            <a:ext cx="5943600" cy="868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4123944"/>
            <a:ext cx="54864" cy="86868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4215384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284C7"/>
                </a:solidFill>
                <a:latin typeface="Trebuchet MS"/>
              </a:defRPr>
            </a:pPr>
            <a:r>
              <a:t>FAQ Management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535424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Question maintenance . Review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5148072"/>
            <a:ext cx="5943600" cy="868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8640" y="5148072"/>
            <a:ext cx="54864" cy="86868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5239512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284C7"/>
                </a:solidFill>
                <a:latin typeface="Trebuchet MS"/>
              </a:defRPr>
            </a:pPr>
            <a:r>
              <a:t>User Guide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5559552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Manual editing . Rich text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49440" y="105156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D948F"/>
                </a:solidFill>
                <a:latin typeface="Trebuchet MS"/>
              </a:defRPr>
            </a:pPr>
            <a:r>
              <a:t>AI Management Capabilities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49440" y="16459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Calibri"/>
              </a:defRPr>
            </a:pPr>
            <a:r>
              <a:t>+ Smart Data Statistics &amp; Analysis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49440" y="21031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Calibri"/>
              </a:defRPr>
            </a:pPr>
            <a:r>
              <a:t>+ Automated Operation Suggestions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49440" y="25603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Calibri"/>
              </a:defRPr>
            </a:pPr>
            <a:r>
              <a:t>+ Anomaly Detection &amp; Alert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49440" y="30175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Calibri"/>
              </a:defRPr>
            </a:pPr>
            <a:r>
              <a:t>+ Smart Q&amp;A Assistant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49440" y="34747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Calibri"/>
              </a:defRPr>
            </a:pPr>
            <a:r>
              <a:t>+ Content Auto Review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49440" y="39319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Calibri"/>
              </a:defRPr>
            </a:pPr>
            <a:r>
              <a:t>+ Batch Operation Automation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49440" y="43891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Calibri"/>
              </a:defRPr>
            </a:pPr>
            <a:r>
              <a:t>+ Log Analysis &amp; Diagnosis</a:t>
            </a:r>
          </a:p>
        </p:txBody>
      </p:sp>
    </p:spTree>
  </p:cSld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attrNameLst>
                                        <p:attrName>style.visibility</p:attrName>
                                      </p:attrNameLst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attrNameLst>
                                        <p:attrName>style.visibility</p:attrName>
                                      </p:attrNameLst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attrNameLst>
                                        <p:attrName>style.visibility</p:attrName>
                                      </p:attrNameLst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attrNameLst>
                                        <p:attrName>style.visibility</p:attrName>
                                      </p:attrNameLst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attrNameLst>
                                        <p:attrName>style.visibility</p:attrName>
                                      </p:attrNameLst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attrNameLst>
                                        <p:attrName>style.visibility</p:attrName>
                                      </p:attrNameLst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attrNameLst>
                                        <p:attrName>style.visibility</p:attrName>
                                      </p:attrNameLst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attrNameLst>
                                        <p:attrName>style.visibility</p:attrName>
                                      </p:attrNameLst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attrNameLst>
                                        <p:attrName>style.visibility</p:attrName>
                                      </p:attrNameLst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attrNameLst>
                                        <p:attrName>style.visibility</p:attrName>
                                      </p:attrNameLst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attrNameLst>
                                        <p:attrName>style.visibility</p:attrName>
                                      </p:attrNameLst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attrNameLst>
                                        <p:attrName>style.visibility</p:attrName>
                                      </p:attrNameLst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attrNameLst>
                                        <p:attrName>style.visibility</p:attrName>
                                      </p:attrNameLst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attrNameLst>
                                        <p:attrName>style.visibility</p:attrName>
                                      </p:attrNameLst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attrNameLst>
                                        <p:attrName>style.visibility</p:attrName>
                                      </p:attrNameLst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attrNameLst>
                                        <p:attrName>style.visibility</p:attrName>
                                      </p:attrNameLst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attrNameLst>
                                        <p:attrName>style.visibility</p:attrName>
                                      </p:attrNameLst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  <p:attrNameLst>
                                        <p:attrName>style.visibility</p:attrName>
                                      </p:attrNameLst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attrNameLst>
                                        <p:attrName>style.visibility</p:attrName>
                                      </p:attrNameLst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attrNameLst>
                                        <p:attrName>style.visibility</p:attrName>
                                      </p:attrNameLst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attrNameLst>
                                        <p:attrName>style.visibility</p:attrName>
                                      </p:attrNameLst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  <p:attrNameLst>
                                        <p:attrName>style.visibility</p:attrName>
                                      </p:attrNameLst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</p:cBhvr>
                                      <p:attrNameLst>
                                        <p:attrName>style.visibility</p:attrName>
                                      </p:attrNameLst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</p:cBhvr>
                                      <p:attrNameLst>
                                        <p:attrName>style.visibility</p:attrName>
                                      </p:attrNameLst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</p:cBhvr>
                                      <p:attrNameLst>
                                        <p:attrName>style.visibility</p:attrName>
                                      </p:attrNameLst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</p:cBhvr>
                                      <p:attrNameLst>
                                        <p:attrName>style.visibility</p:attrName>
                                      </p:attrNameLst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</p:cBhvr>
                                      <p:attrNameLst>
                                        <p:attrName>style.visibility</p:attrName>
                                      </p:attrNameLst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</p:cBhvr>
                                      <p:attrNameLst>
                                        <p:attrName>style.visibility</p:attrName>
                                      </p:attrNameLst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</p:cBhvr>
                                      <p:attrNameLst>
                                        <p:attrName>style.visibility</p:attrName>
                                      </p:attrNameLst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</p:cBhvr>
                                      <p:attrNameLst>
                                        <p:attrName>style.visibility</p:attrName>
                                      </p:attrNameLst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</p:cBhvr>
                                      <p:attrNameLst>
                                        <p:attrName>style.visibility</p:attrName>
                                      </p:attrNameLst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</p:cBhvr>
                                      <p:attrNameLst>
                                        <p:attrName>style.visibility</p:attrName>
                                      </p:attrNameLst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Trebuchet MS"/>
              </a:defRPr>
            </a:pPr>
            <a:r>
              <a:t>D-End . Data &amp; Monitoring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91695" cy="2743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alibri"/>
              </a:defRPr>
            </a:pPr>
            <a:r>
              <a:t>7/9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097280"/>
            <a:ext cx="5303520" cy="228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097280"/>
            <a:ext cx="5303520" cy="4572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32588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284C7"/>
                </a:solidFill>
                <a:latin typeface="Trebuchet MS"/>
              </a:defRPr>
            </a:pPr>
            <a:r>
              <a:t>Real-time Monitoring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011680"/>
            <a:ext cx="4754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293B"/>
                </a:solidFill>
                <a:latin typeface="Calibri"/>
              </a:defRPr>
            </a:pPr>
            <a:r>
              <a:t>DAU/Total PV tracking</a:t>
            </a:r>
            <a:br/>
            <a:r>
              <a:t>Multi-dim dashboard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59" y="1097280"/>
            <a:ext cx="5303520" cy="228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59" y="1097280"/>
            <a:ext cx="5303520" cy="45720"/>
          </a:xfrm>
          <a:prstGeom prst="rect">
            <a:avLst/>
          </a:prstGeom>
          <a:solidFill>
            <a:srgbClr val="0D9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79" y="132588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D948F"/>
                </a:solidFill>
                <a:latin typeface="Trebuchet MS"/>
              </a:defRPr>
            </a:pPr>
            <a:r>
              <a:t>Ad Management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79" y="2011680"/>
            <a:ext cx="4754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293B"/>
                </a:solidFill>
                <a:latin typeface="Calibri"/>
              </a:defRPr>
            </a:pPr>
            <a:r>
              <a:t>Ad scheduling &amp; control</a:t>
            </a:r>
            <a:br/>
            <a:r>
              <a:t>Performance tracking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749039"/>
            <a:ext cx="5303520" cy="228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3749039"/>
            <a:ext cx="5303520" cy="4572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977639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A580C"/>
                </a:solidFill>
                <a:latin typeface="Trebuchet MS"/>
              </a:defRPr>
            </a:pPr>
            <a:r>
              <a:t>Server Monitor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663439"/>
            <a:ext cx="4754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293B"/>
                </a:solidFill>
                <a:latin typeface="Calibri"/>
              </a:defRPr>
            </a:pPr>
            <a:r>
              <a:t>SSH remote management</a:t>
            </a:r>
            <a:br/>
            <a:r>
              <a:t>Health check &amp; alert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59" y="3749039"/>
            <a:ext cx="5303520" cy="228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09359" y="3749039"/>
            <a:ext cx="5303520" cy="457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79" y="3977639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7C3AED"/>
                </a:solidFill>
                <a:latin typeface="Trebuchet MS"/>
              </a:defRPr>
            </a:pPr>
            <a:r>
              <a:t>Smart Reports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79" y="4663439"/>
            <a:ext cx="4754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293B"/>
                </a:solidFill>
                <a:latin typeface="Calibri"/>
              </a:defRPr>
            </a:pPr>
            <a:r>
              <a:t>Prometheus metrics</a:t>
            </a:r>
            <a:br/>
            <a:r>
              <a:t>Grafana dashboard</a:t>
            </a:r>
          </a:p>
        </p:txBody>
      </p:sp>
    </p:spTree>
  </p:cSld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attrNameLst>
                                        <p:attrName>style.visibility</p:attrName>
                                      </p:attrNameLst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attrNameLst>
                                        <p:attrName>style.visibility</p:attrName>
                                      </p:attrNameLst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attrNameLst>
                                        <p:attrName>style.visibility</p:attrName>
                                      </p:attrNameLst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attrNameLst>
                                        <p:attrName>style.visibility</p:attrName>
                                      </p:attrNameLst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attrNameLst>
                                        <p:attrName>style.visibility</p:attrName>
                                      </p:attrNameLst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attrNameLst>
                                        <p:attrName>style.visibility</p:attrName>
                                      </p:attrNameLst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attrNameLst>
                                        <p:attrName>style.visibility</p:attrName>
                                      </p:attrNameLst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attrNameLst>
                                        <p:attrName>style.visibility</p:attrName>
                                      </p:attrNameLst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attrNameLst>
                                        <p:attrName>style.visibility</p:attrName>
                                      </p:attrNameLst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attrNameLst>
                                        <p:attrName>style.visibility</p:attrName>
                                      </p:attrNameLst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attrNameLst>
                                        <p:attrName>style.visibility</p:attrName>
                                      </p:attrNameLst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attrNameLst>
                                        <p:attrName>style.visibility</p:attrName>
                                      </p:attrNameLst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attrNameLst>
                                        <p:attrName>style.visibility</p:attrName>
                                      </p:attrNameLst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attrNameLst>
                                        <p:attrName>style.visibility</p:attrName>
                                      </p:attrNameLst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attrNameLst>
                                        <p:attrName>style.visibility</p:attrName>
                                      </p:attrNameLst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attrNameLst>
                                        <p:attrName>style.visibility</p:attrName>
                                      </p:attrNameLst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attrNameLst>
                                        <p:attrName>style.visibility</p:attrName>
                                      </p:attrNameLst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  <p:attrNameLst>
                                        <p:attrName>style.visibility</p:attrName>
                                      </p:attrNameLst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attrNameLst>
                                        <p:attrName>style.visibility</p:attrName>
                                      </p:attrNameLst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attrNameLst>
                                        <p:attrName>style.visibility</p:attrName>
                                      </p:attrNameLst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Trebuchet MS"/>
              </a:defRPr>
            </a:pPr>
            <a:r>
              <a:t>Future Prospects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91695" cy="2743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alibri"/>
              </a:defRPr>
            </a:pPr>
            <a:r>
              <a:t>8/9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188720"/>
            <a:ext cx="3474720" cy="4114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4400" y="1188720"/>
            <a:ext cx="3474720" cy="4572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146304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284C7"/>
                </a:solidFill>
                <a:latin typeface="Trebuchet MS"/>
              </a:defRPr>
            </a:pPr>
            <a:r>
              <a:t>Short-term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2194560"/>
            <a:ext cx="29260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1E293B"/>
                </a:solidFill>
                <a:latin typeface="Calibri"/>
              </a:defRPr>
            </a:pPr>
            <a:r>
              <a:t>Improve multi-Agent</a:t>
            </a:r>
            <a:br/>
            <a:r>
              <a:t>Optimize RAG effect</a:t>
            </a:r>
            <a:br/>
            <a:r>
              <a:t>Expand template library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1188720"/>
            <a:ext cx="3474720" cy="4114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97680" y="1188720"/>
            <a:ext cx="3474720" cy="45720"/>
          </a:xfrm>
          <a:prstGeom prst="rect">
            <a:avLst/>
          </a:prstGeom>
          <a:solidFill>
            <a:srgbClr val="0D9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146304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D948F"/>
                </a:solidFill>
                <a:latin typeface="Trebuchet MS"/>
              </a:defRPr>
            </a:pPr>
            <a:r>
              <a:t>Mid-term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194560"/>
            <a:ext cx="29260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1E293B"/>
                </a:solidFill>
                <a:latin typeface="Calibri"/>
              </a:defRPr>
            </a:pPr>
            <a:r>
              <a:t>Mobile app launch</a:t>
            </a:r>
            <a:br/>
            <a:r>
              <a:t>More LLM integration</a:t>
            </a:r>
            <a:br/>
            <a:r>
              <a:t>Open API ecosystem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80960" y="1188720"/>
            <a:ext cx="3474720" cy="4114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680960" y="1188720"/>
            <a:ext cx="3474720" cy="4572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55280" y="146304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EA580C"/>
                </a:solidFill>
                <a:latin typeface="Trebuchet MS"/>
              </a:defRPr>
            </a:pPr>
            <a:r>
              <a:t>Long-term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55280" y="2194560"/>
            <a:ext cx="29260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1E293B"/>
                </a:solidFill>
                <a:latin typeface="Calibri"/>
              </a:defRPr>
            </a:pPr>
            <a:r>
              <a:t>Full-chain AI job platform</a:t>
            </a:r>
            <a:br/>
            <a:r>
              <a:t>From resume to onboarding</a:t>
            </a:r>
            <a:br/>
            <a:r>
              <a:t>Intelligent closed loop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4400" y="5852160"/>
            <a:ext cx="10362895" cy="4572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585216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Trebuchet MS"/>
              </a:defRPr>
            </a:pPr>
            <a:r>
              <a:t>Let everyone find their ideal job -- AI empowers the full recruitment process</a:t>
            </a:r>
          </a:p>
        </p:txBody>
      </p:sp>
    </p:spTree>
  </p:cSld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attrNameLst>
                                        <p:attrName>style.visibility</p:attrName>
                                      </p:attrNameLst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attrNameLst>
                                        <p:attrName>style.visibility</p:attrName>
                                      </p:attrNameLst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attrNameLst>
                                        <p:attrName>style.visibility</p:attrName>
                                      </p:attrNameLst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attrNameLst>
                                        <p:attrName>style.visibility</p:attrName>
                                      </p:attrNameLst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attrNameLst>
                                        <p:attrName>style.visibility</p:attrName>
                                      </p:attrNameLst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attrNameLst>
                                        <p:attrName>style.visibility</p:attrName>
                                      </p:attrNameLst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attrNameLst>
                                        <p:attrName>style.visibility</p:attrName>
                                      </p:attrNameLst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attrNameLst>
                                        <p:attrName>style.visibility</p:attrName>
                                      </p:attrNameLst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attrNameLst>
                                        <p:attrName>style.visibility</p:attrName>
                                      </p:attrNameLst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attrNameLst>
                                        <p:attrName>style.visibility</p:attrName>
                                      </p:attrNameLst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attrNameLst>
                                        <p:attrName>style.visibility</p:attrName>
                                      </p:attrNameLst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attrNameLst>
                                        <p:attrName>style.visibility</p:attrName>
                                      </p:attrNameLst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attrNameLst>
                                        <p:attrName>style.visibility</p:attrName>
                                      </p:attrNameLst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attrNameLst>
                                        <p:attrName>style.visibility</p:attrName>
                                      </p:attrNameLst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attrNameLst>
                                        <p:attrName>style.visibility</p:attrName>
                                      </p:attrNameLst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attrNameLst>
                                        <p:attrName>style.visibility</p:attrName>
                                      </p:attrNameLst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attrNameLst>
                                        <p:attrName>style.visibility</p:attrName>
                                      </p:attrNameLst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  <p:attrNameLst>
                                        <p:attrName>style.visibility</p:attrName>
                                      </p:attrNameLst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alibri"/>
              </a:defRPr>
            </a:pPr>
            <a:r>
              <a:t>9/9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0" y="1828800"/>
            <a:ext cx="2133295" cy="36576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0F172A"/>
                </a:solidFill>
                <a:latin typeface="Trebuchet MS"/>
              </a:defRPr>
            </a:pPr>
            <a: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91840"/>
            <a:ext cx="103628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0284C7"/>
                </a:solidFill>
                <a:latin typeface="Trebuchet MS"/>
              </a:defRPr>
            </a:pPr>
            <a:r>
              <a:t>EasyApplyResume -- AI-powered Smart Job &amp; Management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103628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4748B"/>
                </a:solidFill>
                <a:latin typeface="Calibri"/>
              </a:defRPr>
            </a:pPr>
            <a:r>
              <a:t>Spring Boot . Spring AI . MyBatis-Plus . Redis . PostgreSQL . React . Docker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120640"/>
            <a:ext cx="103628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Calibri"/>
              </a:defRPr>
            </a:pPr>
            <a:r>
              <a:t>shiningCloud2025 2026</a:t>
            </a:r>
          </a:p>
        </p:txBody>
      </p:sp>
    </p:spTree>
  </p:cSld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attrNameLst>
                                        <p:attrName>style.visibility</p:attrName>
                                      </p:attrNameLst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attrNameLst>
                                        <p:attrName>style.visibility</p:attrName>
                                      </p:attrNameLst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attrNameLst>
                                        <p:attrName>style.visibility</p:attrName>
                                      </p:attrNameLst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attrNameLst>
                                        <p:attrName>style.visibility</p:attrName>
                                      </p:attrNameLst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attrNameLst>
                                        <p:attrName>style.visibility</p:attrName>
                                      </p:attrNameLst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attrNameLst>
                                        <p:attrName>style.visibility</p:attrName>
                                      </p:attrNameLst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