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8BDF8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seq concurrent="0">
        <p:cTn id="f0ff3005-4cb2-4653-940c-ef5e25b3caad" dur="indefinite">
          <p:stCondLst>
            <p:cond delay="0"/>
          </p:stCondLst>
        </p:cTn>
        <p:childTnLst>
          <p:par>
            <p:cTn id="5f732db3-0a7b-4688-8b8a-d5ef5de2911c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f3c878d8-748b-4c1e-8cc4-7ce35d803b06" dur="400" fill="hold"/>
                  <p:tgtEl>
                    <p:spTgt spid="3"/>
                  </p:tgtEl>
                </p:cBhvr>
              </p:anim>
            </p:childTnLst>
          </p:par>
          <p:par>
            <p:cTn id="9cfcfe3d-f9ea-4852-b0e8-9be453ba12a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0a5a38f-1a93-407b-a0cf-e8afa4144434" dur="400" fill="hold"/>
                  <p:tgtEl>
                    <p:spTgt spid="4"/>
                  </p:tgtEl>
                </p:cBhvr>
              </p:anim>
            </p:childTnLst>
          </p:par>
          <p:par>
            <p:cTn id="3d6f296f-7223-448d-ba26-c69db3b3f29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f38ccf1-1694-4267-a9d4-e0e51ca09c4d" dur="400" fill="hold"/>
                  <p:tgtEl>
                    <p:spTgt spid="5"/>
                  </p:tgtEl>
                </p:cBhvr>
              </p:anim>
            </p:childTnLst>
          </p:par>
          <p:par>
            <p:cTn id="cc7a66fa-b94f-4482-8e2b-7acc5b608f9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03a21a1-4d10-4328-9f53-08068f48b119" dur="400" fill="hold"/>
                  <p:tgtEl>
                    <p:spTgt spid="2"/>
                  </p:tgtEl>
                </p:cBhvr>
              </p:anim>
            </p:childTnLst>
          </p:par>
          <p:par>
            <p:cTn id="fa089f22-e750-4537-a2aa-349541096191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e16c220-a5f9-4c3a-9538-fcaeb6009ce9" dur="400" fill="hold"/>
                  <p:tgtEl>
                    <p:spTgt spid="4"/>
                  </p:tgtEl>
                </p:cBhvr>
              </p:anim>
            </p:childTnLst>
          </p:par>
        </p:childTn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🔍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简历制作低效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海量模板难选择</a:t>
            </a:r>
            <a:br/>
            <a:r>
              <a:t>手动排版耗时长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Trebuchet MS"/>
              </a:defRPr>
            </a:pPr>
            <a:r>
              <a:t>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Trebuchet MS"/>
              </a:defRPr>
            </a:pPr>
            <a:r>
              <a:t>运营负担重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Trebuchet MS"/>
              </a:defRPr>
            </a:pPr>
            <a:r>
              <a:t>缺乏个性化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clrMapOvr>
    <a:masterClrMapping/>
  </p:clrMapOvr>
  <p:transition spd="med">
    <p:push dir="l"/>
  </p:transition>
  <p:timing>
    <p:tnLst>
      <p:seq concurrent="0">
        <p:cTn id="c1df90f2-538b-4aac-be9c-fe53b6b0597d" dur="indefinite">
          <p:stCondLst>
            <p:cond delay="0"/>
          </p:stCondLst>
        </p:cTn>
        <p:childTnLst>
          <p:par>
            <p:cTn id="163a7413-81e0-4ed3-bb6b-73f3970f9b5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996c075-2cc6-4987-96af-4210c07433d7" dur="400" fill="hold"/>
                  <p:tgtEl>
                    <p:spTgt spid="6"/>
                  </p:tgtEl>
                </p:cBhvr>
              </p:anim>
            </p:childTnLst>
          </p:par>
          <p:par>
            <p:cTn id="4319d96f-767d-4ee6-8e30-5e7c05c1805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92c052c-a0d7-4cf2-94ca-31a90ec798ca" dur="400" fill="hold"/>
                  <p:tgtEl>
                    <p:spTgt spid="7"/>
                  </p:tgtEl>
                </p:cBhvr>
              </p:anim>
            </p:childTnLst>
          </p:par>
          <p:par>
            <p:cTn id="e7969c8d-1992-4f7f-844b-66d51c54715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e79ebd9-69c9-47e0-87c3-50fcc5a4c026" dur="400" fill="hold"/>
                  <p:tgtEl>
                    <p:spTgt spid="8"/>
                  </p:tgtEl>
                </p:cBhvr>
              </p:anim>
            </p:childTnLst>
          </p:par>
          <p:par>
            <p:cTn id="534f2724-3c05-43f2-b457-d6263ad8738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0952b3c-de66-410b-a8da-a1a2462d9e92" dur="400" fill="hold"/>
                  <p:tgtEl>
                    <p:spTgt spid="9"/>
                  </p:tgtEl>
                </p:cBhvr>
              </p:anim>
            </p:childTnLst>
          </p:par>
          <p:par>
            <p:cTn id="0107595b-689e-4317-b972-9b7599febf5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7ccb11d-8dc5-46e4-bbf3-179a88b4930e" dur="400" fill="hold"/>
                  <p:tgtEl>
                    <p:spTgt spid="10"/>
                  </p:tgtEl>
                </p:cBhvr>
              </p:anim>
            </p:childTnLst>
          </p:par>
          <p:par>
            <p:cTn id="73111fd8-ead3-40a7-aa7e-be36c7b450a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c5b4595-42ae-4476-8178-bb1a6c590c77" dur="400" fill="hold"/>
                  <p:tgtEl>
                    <p:spTgt spid="11"/>
                  </p:tgtEl>
                </p:cBhvr>
              </p:anim>
            </p:childTnLst>
          </p:par>
          <p:par>
            <p:cTn id="d5a05edb-7954-496a-a540-66a05504a59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30b9672-462a-4560-830e-2f5bfba0de03" dur="400" fill="hold"/>
                  <p:tgtEl>
                    <p:spTgt spid="12"/>
                  </p:tgtEl>
                </p:cBhvr>
              </p:anim>
            </p:childTnLst>
          </p:par>
          <p:par>
            <p:cTn id="894185e7-c48d-45b6-8423-3d2f467f27c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cf36388-b577-4e85-ae89-3e03b2ae8cfa" dur="400" fill="hold"/>
                  <p:tgtEl>
                    <p:spTgt spid="13"/>
                  </p:tgtEl>
                </p:cBhvr>
              </p:anim>
            </p:childTnLst>
          </p:par>
          <p:par>
            <p:cTn id="e825d348-d9f1-4be3-bb7b-5ef652030e4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6961002-6e07-4c56-8f3b-82475078590f" dur="400" fill="hold"/>
                  <p:tgtEl>
                    <p:spTgt spid="14"/>
                  </p:tgtEl>
                </p:cBhvr>
              </p:anim>
            </p:childTnLst>
          </p:par>
          <p:par>
            <p:cTn id="4fecf687-d973-4935-81d8-a7406260086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5448152-716e-4f9d-9c7c-7f66eb9ef070" dur="400" fill="hold"/>
                  <p:tgtEl>
                    <p:spTgt spid="15"/>
                  </p:tgtEl>
                </p:cBhvr>
              </p:anim>
            </p:childTnLst>
          </p:par>
          <p:par>
            <p:cTn id="279f51e3-46b0-4771-9daa-2f87f15f33e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d2d136d-d1ee-4221-97f9-1edcb69e39cc" dur="400" fill="hold"/>
                  <p:tgtEl>
                    <p:spTgt spid="16"/>
                  </p:tgtEl>
                </p:cBhvr>
              </p:anim>
            </p:childTnLst>
          </p:par>
          <p:par>
            <p:cTn id="e3d4cba4-cb3b-4b6c-9972-15050805008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ae878a3-681e-4f29-953c-323f8b78e81b" dur="400" fill="hold"/>
                  <p:tgtEl>
                    <p:spTgt spid="17"/>
                  </p:tgtEl>
                </p:cBhvr>
              </p:anim>
            </p:childTnLst>
          </p:par>
          <p:par>
            <p:cTn id="bb134f6f-1eca-4159-9a5c-a5b9b808b9e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7b5a0c7-10e4-44c3-88b1-17acb3f06613" dur="400" fill="hold"/>
                  <p:tgtEl>
                    <p:spTgt spid="18"/>
                  </p:tgtEl>
                </p:cBhvr>
              </p:anim>
            </p:childTnLst>
          </p:par>
          <p:par>
            <p:cTn id="b88e9d70-f4cd-47e2-a1dd-d317637da62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1819ab7-7cea-4081-9735-23981f0c2ba9" dur="400" fill="hold"/>
                  <p:tgtEl>
                    <p:spTgt spid="19"/>
                  </p:tgtEl>
                </p:cBhvr>
              </p:anim>
            </p:childTnLst>
          </p:par>
          <p:par>
            <p:cTn id="a6de7b53-a0e1-4044-a537-6e7926ca65b9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8e711a1-db97-46c9-a78b-1d9cbffd65df" dur="400" fill="hold"/>
                  <p:tgtEl>
                    <p:spTgt spid="20"/>
                  </p:tgtEl>
                </p:cBhvr>
              </p:anim>
            </p:childTnLst>
          </p:par>
          <p:par>
            <p:cTn id="ab25cb29-55f1-4e84-a9df-594618a051c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1d7e991-c912-4c4b-94c1-3c93a930e9ff" dur="400" fill="hold"/>
                  <p:tgtEl>
                    <p:spTgt spid="21"/>
                  </p:tgtEl>
                </p:cBhvr>
              </p:anim>
            </p:childTnLst>
          </p:par>
        </p:childTnLst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🛠️ 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0F1A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Spring Security 双链认证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Nacos 配置中心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0F1A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Spring AI 多模型适配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Agent 智能体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RAG 检索增强生成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DashScope / 智谱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0F1A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MySQL + PostgreSQL/PgVector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Redis 缓存 &amp; 消息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MinIO / 七牛云OSS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Docker 容器化部署</a:t>
            </a:r>
          </a:p>
        </p:txBody>
      </p:sp>
    </p:spTree>
  </p:cSld>
  <p:clrMapOvr>
    <a:masterClrMapping/>
  </p:clrMapOvr>
  <p:transition spd="med">
    <p:cover dir="r"/>
  </p:transition>
  <p:timing>
    <p:tnLst>
      <p:seq concurrent="0">
        <p:cTn id="208b957a-f373-43e4-a469-39ee72b89f15" dur="indefinite">
          <p:stCondLst>
            <p:cond delay="0"/>
          </p:stCondLst>
        </p:cTn>
        <p:childTnLst>
          <p:par>
            <p:cTn id="0ef716be-22d3-4291-9f57-19d12c4a5eda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5b68fcad-fb40-48b0-ae28-a156bdcfa779" dur="400" fill="hold"/>
                  <p:tgtEl>
                    <p:spTgt spid="6"/>
                  </p:tgtEl>
                </p:cBhvr>
              </p:anim>
            </p:childTnLst>
          </p:par>
          <p:par>
            <p:cTn id="374268a5-0bd8-48bf-a3ca-9c695da76ab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82fcc65-cbeb-4ec8-9d94-f75a9494d446" dur="400" fill="hold"/>
                  <p:tgtEl>
                    <p:spTgt spid="7"/>
                  </p:tgtEl>
                </p:cBhvr>
              </p:anim>
            </p:childTnLst>
          </p:par>
          <p:par>
            <p:cTn id="caaffd6e-b0d3-419f-87d4-56861481dc1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9a5d4bf-142e-4b25-bc84-847413e1548b" dur="400" fill="hold"/>
                  <p:tgtEl>
                    <p:spTgt spid="8"/>
                  </p:tgtEl>
                </p:cBhvr>
              </p:anim>
            </p:childTnLst>
          </p:par>
          <p:par>
            <p:cTn id="01ece77a-be16-42da-af2d-0b2ab8063a4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93d0017-d085-4e5c-a130-91a783de9e4c" dur="400" fill="hold"/>
                  <p:tgtEl>
                    <p:spTgt spid="9"/>
                  </p:tgtEl>
                </p:cBhvr>
              </p:anim>
            </p:childTnLst>
          </p:par>
          <p:par>
            <p:cTn id="142b7ec9-40d8-48bb-b5c2-8f4a21a7c81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8149393-230a-495d-92fb-2e09e0157637" dur="400" fill="hold"/>
                  <p:tgtEl>
                    <p:spTgt spid="10"/>
                  </p:tgtEl>
                </p:cBhvr>
              </p:anim>
            </p:childTnLst>
          </p:par>
          <p:par>
            <p:cTn id="a652e9de-1441-4fd8-8437-11f7eba9f5c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0060a83-c52f-4a44-a634-e7999ec0bcb1" dur="400" fill="hold"/>
                  <p:tgtEl>
                    <p:spTgt spid="11"/>
                  </p:tgtEl>
                </p:cBhvr>
              </p:anim>
            </p:childTnLst>
          </p:par>
          <p:par>
            <p:cTn id="b0135eb1-0ffa-429d-962b-47bb76c0240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5088d04-5fe2-4c94-987f-83706336559a" dur="400" fill="hold"/>
                  <p:tgtEl>
                    <p:spTgt spid="12"/>
                  </p:tgtEl>
                </p:cBhvr>
              </p:anim>
            </p:childTnLst>
          </p:par>
          <p:par>
            <p:cTn id="fe64526e-8f79-4d1f-b56d-f6d1c4e563b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f5fa2d8-ad54-41fa-be20-ffdbd6677032" dur="400" fill="hold"/>
                  <p:tgtEl>
                    <p:spTgt spid="13"/>
                  </p:tgtEl>
                </p:cBhvr>
              </p:anim>
            </p:childTnLst>
          </p:par>
          <p:par>
            <p:cTn id="6a61ae09-477e-4163-8709-72bdf8eac44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6ad5ea0-9a53-43d7-b75e-7bcd837bea2f" dur="400" fill="hold"/>
                  <p:tgtEl>
                    <p:spTgt spid="14"/>
                  </p:tgtEl>
                </p:cBhvr>
              </p:anim>
            </p:childTnLst>
          </p:par>
          <p:par>
            <p:cTn id="c8f83e9b-0de9-44c6-b3a4-b9a46845fcc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78e25a4-65e9-4314-8c56-a2aa5f4725e7" dur="400" fill="hold"/>
                  <p:tgtEl>
                    <p:spTgt spid="15"/>
                  </p:tgtEl>
                </p:cBhvr>
              </p:anim>
            </p:childTnLst>
          </p:par>
          <p:par>
            <p:cTn id="56517891-6208-436e-95aa-a234529e3297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798de2b3-7a6c-43e4-bc66-1515efe7e23c" dur="400" fill="hold"/>
                  <p:tgtEl>
                    <p:spTgt spid="16"/>
                  </p:tgtEl>
                </p:cBhvr>
              </p:anim>
            </p:childTnLst>
          </p:par>
          <p:par>
            <p:cTn id="def7e4f8-c2f9-4cf8-85b6-ade82dc4677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7fd7c52-dc84-44a3-8dfa-5d9518ab6abc" dur="400" fill="hold"/>
                  <p:tgtEl>
                    <p:spTgt spid="17"/>
                  </p:tgtEl>
                </p:cBhvr>
              </p:anim>
            </p:childTnLst>
          </p:par>
          <p:par>
            <p:cTn id="8962693f-5391-402e-a9dc-75d5a9fea8b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254484c-ea62-406e-88e8-fc3e6d5351fe" dur="400" fill="hold"/>
                  <p:tgtEl>
                    <p:spTgt spid="18"/>
                  </p:tgtEl>
                </p:cBhvr>
              </p:anim>
            </p:childTnLst>
          </p:par>
          <p:par>
            <p:cTn id="d04e0826-b6b0-49fe-9f08-5ebc2ac0c46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643f7fe-c778-4e95-8165-362feb89ce01" dur="400" fill="hold"/>
                  <p:tgtEl>
                    <p:spTgt spid="19"/>
                  </p:tgtEl>
                </p:cBhvr>
              </p:anim>
            </p:childTnLst>
          </p:par>
          <p:par>
            <p:cTn id="a06f3987-2cc7-4569-b13c-c0b0931334d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4a171df-612f-487c-8ae8-c3b8bbd201f3" dur="400" fill="hold"/>
                  <p:tgtEl>
                    <p:spTgt spid="20"/>
                  </p:tgtEl>
                </p:cBhvr>
              </p:anim>
            </p:childTnLst>
          </p:par>
          <p:par>
            <p:cTn id="feaf28df-fe30-4e76-b76e-23394f7203c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fbe57b8-e1a4-425e-a5c4-02a25bd78a61" dur="400" fill="hold"/>
                  <p:tgtEl>
                    <p:spTgt spid="21"/>
                  </p:tgtEl>
                </p:cBhvr>
              </p:anim>
            </p:childTnLst>
          </p:par>
          <p:par>
            <p:cTn id="c5128220-2152-4fbe-a27e-45c7a4fe5d01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30f95c5-961c-4c5d-91d7-3852d4eee3cd" dur="400" fill="hold"/>
                  <p:tgtEl>
                    <p:spTgt spid="22"/>
                  </p:tgtEl>
                </p:cBhvr>
              </p:anim>
            </p:childTnLst>
          </p:par>
          <p:par>
            <p:cTn id="fa490f82-7712-415e-8cdc-384a353cb59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51fbda1-12a8-4ef1-8ccd-6cecfd8a530a" dur="400" fill="hold"/>
                  <p:tgtEl>
                    <p:spTgt spid="23"/>
                  </p:tgtEl>
                </p:cBhvr>
              </p:anim>
            </p:childTnLst>
          </p:par>
          <p:par>
            <p:cTn id="1101f06f-abd0-4c7f-a7f0-63da6999f97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4dfd861-2a11-46bd-bed7-3cd428ac2b21" dur="400" fill="hold"/>
                  <p:tgtEl>
                    <p:spTgt spid="24"/>
                  </p:tgtEl>
                </p:cBhvr>
              </p:anim>
            </p:childTnLst>
          </p:par>
          <p:par>
            <p:cTn id="a6e52bd3-847d-4a5a-a477-afb2b61c44d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b04ce91-d68c-47f1-9b93-5eadfe52753a" dur="400" fill="hold"/>
                  <p:tgtEl>
                    <p:spTgt spid="25"/>
                  </p:tgtEl>
                </p:cBhvr>
              </p:anim>
            </p:childTnLst>
          </p:par>
          <p:par>
            <p:cTn id="e165628d-ca02-47ba-84cd-4bdc7d93893c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2b8629e7-61cd-4a4c-a5c4-552bee798a35" dur="400" fill="hold"/>
                  <p:tgtEl>
                    <p:spTgt spid="26"/>
                  </p:tgtEl>
                </p:cBhvr>
              </p:anim>
            </p:childTnLst>
          </p:par>
          <p:par>
            <p:cTn id="aa85dfae-cfa1-4c90-a450-ac8f4d145ba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c73e72a-a0ff-4334-b9ab-d89cfc5c30af" dur="400" fill="hold"/>
                  <p:tgtEl>
                    <p:spTgt spid="27"/>
                  </p:tgtEl>
                </p:cBhvr>
              </p:anim>
            </p:childTnLst>
          </p:par>
          <p:par>
            <p:cTn id="3cd7a983-fd3d-4bd0-96dc-d4416d30f43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b44a271-cae1-40da-bbe4-0aadd2f36631" dur="400" fill="hold"/>
                  <p:tgtEl>
                    <p:spTgt spid="28"/>
                  </p:tgtEl>
                </p:cBhvr>
              </p:anim>
            </p:childTnLst>
          </p:par>
          <p:par>
            <p:cTn id="5bbc77dd-55be-4c8f-8058-ebd0dff5651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b7eefe5-483b-445b-bcb0-e7f1a7ba4f8e" dur="400" fill="hold"/>
                  <p:tgtEl>
                    <p:spTgt spid="29"/>
                  </p:tgtEl>
                </p:cBhvr>
              </p:anim>
            </p:childTnLst>
          </p:par>
          <p:par>
            <p:cTn id="780b8ba4-ece3-4897-8a79-2ca9747979a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8a5e1e8-9f82-47a0-b3f9-87415f7bacb8" dur="400" fill="hold"/>
                  <p:tgtEl>
                    <p:spTgt spid="30"/>
                  </p:tgtEl>
                </p:cBhvr>
              </p:anim>
            </p:childTnLst>
          </p:par>
          <p:par>
            <p:cTn id="9d91c0bc-56d6-4951-9924-86285f0657a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f10db5c-1c7b-4ad8-a58b-677f6a7d1839" dur="400" fill="hold"/>
                  <p:tgtEl>
                    <p:spTgt spid="31"/>
                  </p:tgtEl>
                </p:cBhvr>
              </p:anim>
            </p:childTnLst>
          </p:par>
          <p:par>
            <p:cTn id="a5ea2af4-7c75-4d5a-98c1-c55521c7466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13a3191-7101-474e-8ca7-aee5827a3693" dur="400" fill="hold"/>
                  <p:tgtEl>
                    <p:spTgt spid="32"/>
                  </p:tgtEl>
                </p:cBhvr>
              </p:anim>
            </p:childTnLst>
          </p:par>
          <p:par>
            <p:cTn id="b55a2f24-074f-435a-8601-75f5b42c896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7740fc1-21ef-4e88-b6fd-10ebb7d1f0ee" dur="400" fill="hold"/>
                  <p:tgtEl>
                    <p:spTgt spid="33"/>
                  </p:tgtEl>
                </p:cBhvr>
              </p:anim>
            </p:childTnLst>
          </p:par>
          <p:par>
            <p:cTn id="8e05d4c7-0a02-40d1-af3f-efba7750c37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b5cfd6f-d671-464a-9c24-7e8c4351e0d8" dur="400" fill="hold"/>
                  <p:tgtEl>
                    <p:spTgt spid="34"/>
                  </p:tgtEl>
                </p:cBhvr>
              </p:anim>
            </p:childTnLst>
          </p:par>
          <p:par>
            <p:cTn id="64f50b86-7429-4fff-9198-13f26e42459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6fffae6-1c9b-41de-a45b-1e17c252ad6a" dur="400" fill="hold"/>
                  <p:tgtEl>
                    <p:spTgt spid="35"/>
                  </p:tgtEl>
                </p:cBhvr>
              </p:anim>
            </p:childTnLst>
          </p:par>
        </p:childTnLst>
      </p:seq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🧠 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LLM调用 · 记忆管理 · 基础抽象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Trebuchet MS"/>
              </a:defRPr>
            </a:pPr>
            <a:r>
              <a:t>对话记忆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Trebuchet MS"/>
              </a:defRPr>
            </a:pPr>
            <a:r>
              <a:t>安全过滤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MCP 客户端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Trebuchet MS"/>
              </a:defRPr>
            </a:pPr>
            <a:r>
              <a:t>流式输出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clrMapOvr>
    <a:masterClrMapping/>
  </p:clrMapOvr>
  <p:transition spd="med">
    <p:wipe dir="l"/>
  </p:transition>
  <p:timing>
    <p:tnLst>
      <p:seq concurrent="0">
        <p:cTn id="d621972b-6a04-4935-b0bf-cfdb48aa6ff3" dur="indefinite">
          <p:stCondLst>
            <p:cond delay="0"/>
          </p:stCondLst>
        </p:cTn>
        <p:childTnLst>
          <p:par>
            <p:cTn id="76446839-dff6-42c8-9d91-50aa0370c04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7b42745-2bb9-4239-8a5e-d8595e586504" dur="400" fill="hold"/>
                  <p:tgtEl>
                    <p:spTgt spid="6"/>
                  </p:tgtEl>
                </p:cBhvr>
              </p:anim>
            </p:childTnLst>
          </p:par>
          <p:par>
            <p:cTn id="a6977f09-896b-4aec-871c-acfb134f556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160371c-efa5-4ba0-9267-955908563ced" dur="400" fill="hold"/>
                  <p:tgtEl>
                    <p:spTgt spid="7"/>
                  </p:tgtEl>
                </p:cBhvr>
              </p:anim>
            </p:childTnLst>
          </p:par>
          <p:par>
            <p:cTn id="1a74af61-9be7-459a-920b-5f6c3756bed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ece6878-15ca-4637-9e2d-75b2b9550077" dur="400" fill="hold"/>
                  <p:tgtEl>
                    <p:spTgt spid="8"/>
                  </p:tgtEl>
                </p:cBhvr>
              </p:anim>
            </p:childTnLst>
          </p:par>
          <p:par>
            <p:cTn id="caa107dc-0e85-4da9-a1f8-8728a4d13f1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9a6287c-2b0a-464f-bae3-9b91987f9325" dur="400" fill="hold"/>
                  <p:tgtEl>
                    <p:spTgt spid="9"/>
                  </p:tgtEl>
                </p:cBhvr>
              </p:anim>
            </p:childTnLst>
          </p:par>
          <p:par>
            <p:cTn id="1f6241a6-d0ba-4662-925c-70362c5f931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06ffd35-edae-4437-ae13-6113711f88a3" dur="400" fill="hold"/>
                  <p:tgtEl>
                    <p:spTgt spid="10"/>
                  </p:tgtEl>
                </p:cBhvr>
              </p:anim>
            </p:childTnLst>
          </p:par>
          <p:par>
            <p:cTn id="6fd06087-8218-47bc-9c6c-9c9690801bf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bc621fe-3c7b-4b10-a3c4-bc02258ab2ad" dur="400" fill="hold"/>
                  <p:tgtEl>
                    <p:spTgt spid="11"/>
                  </p:tgtEl>
                </p:cBhvr>
              </p:anim>
            </p:childTnLst>
          </p:par>
          <p:par>
            <p:cTn id="ffd158fc-c5cd-47bc-ba1a-5a523783750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45b2502-a85d-4b1c-897a-fdb8477d5b5a" dur="400" fill="hold"/>
                  <p:tgtEl>
                    <p:spTgt spid="12"/>
                  </p:tgtEl>
                </p:cBhvr>
              </p:anim>
            </p:childTnLst>
          </p:par>
          <p:par>
            <p:cTn id="9ea5f3a7-e83f-42af-8cab-f59e536a7c6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3c595eb-85b3-4fd6-a1b7-0bb8a184bbd2" dur="400" fill="hold"/>
                  <p:tgtEl>
                    <p:spTgt spid="13"/>
                  </p:tgtEl>
                </p:cBhvr>
              </p:anim>
            </p:childTnLst>
          </p:par>
          <p:par>
            <p:cTn id="15b95903-135a-47fb-8417-d974dfbf127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79dd1b5-c1e6-4c85-87f4-256e2e9a6a59" dur="400" fill="hold"/>
                  <p:tgtEl>
                    <p:spTgt spid="14"/>
                  </p:tgtEl>
                </p:cBhvr>
              </p:anim>
            </p:childTnLst>
          </p:par>
          <p:par>
            <p:cTn id="ac5bcf1d-864b-406c-9fd1-8c91c4a6714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75cd011-88f4-415b-9636-5b0699a2571f" dur="400" fill="hold"/>
                  <p:tgtEl>
                    <p:spTgt spid="15"/>
                  </p:tgtEl>
                </p:cBhvr>
              </p:anim>
            </p:childTnLst>
          </p:par>
          <p:par>
            <p:cTn id="e4a4e160-fd1c-4c3d-b7e7-51db49d0e63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38cfbb9-bdc9-42e5-a83f-11a359184080" dur="400" fill="hold"/>
                  <p:tgtEl>
                    <p:spTgt spid="16"/>
                  </p:tgtEl>
                </p:cBhvr>
              </p:anim>
            </p:childTnLst>
          </p:par>
          <p:par>
            <p:cTn id="6424bdc8-5436-4eee-b345-c48a4f12458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34d8300-3873-437b-b36e-f1843050cf0b" dur="400" fill="hold"/>
                  <p:tgtEl>
                    <p:spTgt spid="17"/>
                  </p:tgtEl>
                </p:cBhvr>
              </p:anim>
            </p:childTnLst>
          </p:par>
          <p:par>
            <p:cTn id="95b3de9f-bc84-48d1-b703-25ff86c53df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5fa8440-5c3d-4e3c-a8ca-2e22013f662b" dur="400" fill="hold"/>
                  <p:tgtEl>
                    <p:spTgt spid="18"/>
                  </p:tgtEl>
                </p:cBhvr>
              </p:anim>
            </p:childTnLst>
          </p:par>
          <p:par>
            <p:cTn id="998aabce-8ef7-4b9e-afb4-1716983dcb9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6c9346d-c810-4e76-81a4-54e7abf28d87" dur="400" fill="hold"/>
                  <p:tgtEl>
                    <p:spTgt spid="19"/>
                  </p:tgtEl>
                </p:cBhvr>
              </p:anim>
            </p:childTnLst>
          </p:par>
          <p:par>
            <p:cTn id="43fa9e2c-0c0b-460b-a06f-887fca75885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afcc9bc-6136-4e2e-8cd8-7f82c8c9c868" dur="400" fill="hold"/>
                  <p:tgtEl>
                    <p:spTgt spid="20"/>
                  </p:tgtEl>
                </p:cBhvr>
              </p:anim>
            </p:childTnLst>
          </p:par>
          <p:par>
            <p:cTn id="926b9188-11a3-46b8-bfa0-03434a9a873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eba03bd-4783-416e-8207-d8ef5c732150" dur="400" fill="hold"/>
                  <p:tgtEl>
                    <p:spTgt spid="21"/>
                  </p:tgtEl>
                </p:cBhvr>
              </p:anim>
            </p:childTnLst>
          </p:par>
          <p:par>
            <p:cTn id="86ed24fe-f870-41cc-a858-f5338974fe1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4d50a33-b398-45d9-bf4f-fc419a0fa882" dur="400" fill="hold"/>
                  <p:tgtEl>
                    <p:spTgt spid="22"/>
                  </p:tgtEl>
                </p:cBhvr>
              </p:anim>
            </p:childTnLst>
          </p:par>
          <p:par>
            <p:cTn id="3e139a4f-f34f-4155-82c7-8673bc5389c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ed9e1c4-0d0c-40ed-afab-9837c4215831" dur="400" fill="hold"/>
                  <p:tgtEl>
                    <p:spTgt spid="23"/>
                  </p:tgtEl>
                </p:cBhvr>
              </p:anim>
            </p:childTnLst>
          </p:par>
          <p:par>
            <p:cTn id="2fb304f1-a019-4966-955f-0254b0e5678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13679c8-fed2-4b81-86d7-3c8bbba0ee3b" dur="400" fill="hold"/>
                  <p:tgtEl>
                    <p:spTgt spid="24"/>
                  </p:tgtEl>
                </p:cBhvr>
              </p:anim>
            </p:childTnLst>
          </p:par>
          <p:par>
            <p:cTn id="6b79a5fd-af80-4ecd-8bee-b6c4019bde8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f28b8ae-bc54-4651-b63f-3b2bce6d092a" dur="400" fill="hold"/>
                  <p:tgtEl>
                    <p:spTgt spid="25"/>
                  </p:tgtEl>
                </p:cBhvr>
              </p:anim>
            </p:childTnLst>
          </p:par>
          <p:par>
            <p:cTn id="268c88e0-162f-457e-8d14-52d475ae479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f36fde3-fd7a-4722-b5d9-03b35ba5e397" dur="400" fill="hold"/>
                  <p:tgtEl>
                    <p:spTgt spid="26"/>
                  </p:tgtEl>
                </p:cBhvr>
              </p:anim>
            </p:childTnLst>
          </p:par>
          <p:par>
            <p:cTn id="e77ad258-9fb4-4ae2-82b7-add0a4df1dd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667765c-a4a8-4405-a126-03954005a857" dur="400" fill="hold"/>
                  <p:tgtEl>
                    <p:spTgt spid="27"/>
                  </p:tgtEl>
                </p:cBhvr>
              </p:anim>
            </p:childTnLst>
          </p:par>
          <p:par>
            <p:cTn id="1a9735bb-b2a1-4dfc-8955-005c83f0ecd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8126e97-f4f6-4d79-a865-64f98a3f78a2" dur="400" fill="hold"/>
                  <p:tgtEl>
                    <p:spTgt spid="28"/>
                  </p:tgtEl>
                </p:cBhvr>
              </p:anim>
            </p:childTnLst>
          </p:par>
          <p:par>
            <p:cTn id="80c8ae9b-8a54-4865-87d6-00386ce25c3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9aaa14b-6eb4-4498-9d97-349a03ec5485" dur="400" fill="hold"/>
                  <p:tgtEl>
                    <p:spTgt spid="29"/>
                  </p:tgtEl>
                </p:cBhvr>
              </p:anim>
            </p:childTnLst>
          </p:par>
          <p:par>
            <p:cTn id="370ee84d-108a-4838-aa71-45493a9f21c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fc148c5-2f13-491b-8834-082fe3b2be75" dur="400" fill="hold"/>
                  <p:tgtEl>
                    <p:spTgt spid="30"/>
                  </p:tgtEl>
                </p:cBhvr>
              </p:anim>
            </p:childTnLst>
          </p:par>
          <p:par>
            <p:cTn id="7cab5fae-2d3e-4604-80a3-fcf96ba7cb4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74efd81-58db-4d99-87d0-37f35571e31c" dur="400" fill="hold"/>
                  <p:tgtEl>
                    <p:spTgt spid="31"/>
                  </p:tgtEl>
                </p:cBhvr>
              </p:anim>
            </p:childTnLst>
          </p:par>
          <p:par>
            <p:cTn id="b56a947c-2f4e-44e9-8619-41f22ddbacb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7349af8-051b-493c-97bd-640c03abdc41" dur="400" fill="hold"/>
                  <p:tgtEl>
                    <p:spTgt spid="32"/>
                  </p:tgtEl>
                </p:cBhvr>
              </p:anim>
            </p:childTnLst>
          </p:par>
          <p:par>
            <p:cTn id="5f5db7be-901d-4610-bd8d-b33d69ce96e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066a7b6-0152-46f9-b65c-762197bf7167" dur="400" fill="hold"/>
                  <p:tgtEl>
                    <p:spTgt spid="33"/>
                  </p:tgtEl>
                </p:cBhvr>
              </p:anim>
            </p:childTnLst>
          </p:par>
          <p:par>
            <p:cTn id="2d5c4c91-8b6c-4aff-9c1b-b08104b4f3b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90f29a0-b68b-495d-a5dc-32a4918ea5a6" dur="400" fill="hold"/>
                  <p:tgtEl>
                    <p:spTgt spid="34"/>
                  </p:tgtEl>
                </p:cBhvr>
              </p:anim>
            </p:childTnLst>
          </p:par>
          <p:par>
            <p:cTn id="5d27d2e0-9316-459d-87a6-d69ff41ff0e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3ffffb2-1cb0-4b49-b87b-2535a010fa83" dur="400" fill="hold"/>
                  <p:tgtEl>
                    <p:spTgt spid="35"/>
                  </p:tgtEl>
                </p:cBhvr>
              </p:anim>
            </p:childTnLst>
          </p:par>
          <p:par>
            <p:cTn id="40787287-bb64-454a-a488-f05298e441a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295d768-4e0e-44fa-8d74-2612f13e0261" dur="400" fill="hold"/>
                  <p:tgtEl>
                    <p:spTgt spid="36"/>
                  </p:tgtEl>
                </p:cBhvr>
              </p:anim>
            </p:childTnLst>
          </p:par>
          <p:par>
            <p:cTn id="b498acdf-0fed-48bc-887a-c27346cf1a9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9c60d28-de45-4ba9-9054-11f19aea06d0" dur="400" fill="hold"/>
                  <p:tgtEl>
                    <p:spTgt spid="37"/>
                  </p:tgtEl>
                </p:cBhvr>
              </p:anim>
            </p:childTnLst>
          </p:par>
          <p:par>
            <p:cTn id="dd1b8e8d-d006-4123-a770-89e182e4a57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fe6c29f-0073-400a-800f-6ae81d1ea689" dur="400" fill="hold"/>
                  <p:tgtEl>
                    <p:spTgt spid="38"/>
                  </p:tgtEl>
                </p:cBhvr>
              </p:anim>
            </p:childTnLst>
          </p:par>
          <p:par>
            <p:cTn id="877d69fd-ab5c-44ad-971e-edea4f68114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8b4f7de-bf70-44f0-b822-04bb0577d71c" dur="400" fill="hold"/>
                  <p:tgtEl>
                    <p:spTgt spid="39"/>
                  </p:tgtEl>
                </p:cBhvr>
              </p:anim>
            </p:childTnLst>
          </p:par>
          <p:par>
            <p:cTn id="d84e93fb-b044-4822-bdf1-b83b87fd859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79ff454-b2aa-4110-ba5b-45dddb68211d" dur="400" fill="hold"/>
                  <p:tgtEl>
                    <p:spTgt spid="40"/>
                  </p:tgtEl>
                </p:cBhvr>
              </p:anim>
            </p:childTnLst>
          </p:par>
          <p:par>
            <p:cTn id="5e31b044-e2f9-49c4-ae43-c8b8627a873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4041c43-bb12-4d74-952a-337128adf752" dur="400" fill="hold"/>
                  <p:tgtEl>
                    <p:spTgt spid="41"/>
                  </p:tgtEl>
                </p:cBhvr>
              </p:anim>
            </p:childTnLst>
          </p:par>
          <p:par>
            <p:cTn id="1f74c2a8-1339-4820-aaa1-0c8617a7656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8bb1143-5070-4ddf-b4ba-2b0596df08bd" dur="400" fill="hold"/>
                  <p:tgtEl>
                    <p:spTgt spid="42"/>
                  </p:tgtEl>
                </p:cBhvr>
              </p:anim>
            </p:childTnLst>
          </p:par>
          <p:par>
            <p:cTn id="393684e4-344b-4cb4-9389-84a08a225d5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09e297c-2d90-42c7-bb85-2aefac863ee0" dur="400" fill="hold"/>
                  <p:tgtEl>
                    <p:spTgt spid="43"/>
                  </p:tgtEl>
                </p:cBhvr>
              </p:anim>
            </p:childTnLst>
          </p:par>
          <p:par>
            <p:cTn id="cb50fc5a-878c-4a27-b9d7-15b65a8b5cd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a07d3f8-cc18-4395-9684-4dd5978f51d4" dur="400" fill="hold"/>
                  <p:tgtEl>
                    <p:spTgt spid="44"/>
                  </p:tgtEl>
                </p:cBhvr>
              </p:anim>
            </p:childTnLst>
          </p:par>
        </p:childTnLst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📝 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智能简历润色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Trebuchet MS"/>
              </a:defRPr>
            </a:pPr>
            <a:r>
              <a:t>定制化建议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Trebuchet MS"/>
              </a:defRPr>
            </a:pPr>
            <a:r>
              <a:t>RAG 增强检索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流式对话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Trebuchet MS"/>
              </a:defRPr>
            </a:pPr>
            <a:r>
              <a:t>生态服务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clrMapOvr>
    <a:masterClrMapping/>
  </p:clrMapOvr>
  <p:transition spd="med">
    <p:uncover dir="d"/>
  </p:transition>
  <p:timing>
    <p:tnLst>
      <p:seq concurrent="0">
        <p:cTn id="38582cb0-af0e-43ce-a157-4145f330c682" dur="indefinite">
          <p:stCondLst>
            <p:cond delay="0"/>
          </p:stCondLst>
        </p:cTn>
        <p:childTnLst>
          <p:par>
            <p:cTn id="e2fd7f85-c85e-43bb-bb28-5109d236440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6938227-cf64-4f58-a69e-126873beb470" dur="400" fill="hold"/>
                  <p:tgtEl>
                    <p:spTgt spid="6"/>
                  </p:tgtEl>
                </p:cBhvr>
              </p:anim>
            </p:childTnLst>
          </p:par>
          <p:par>
            <p:cTn id="eb25022b-33f4-439e-b732-fc6cfe379ae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7325ec8-0f5e-4927-8f09-3c4fb15784ee" dur="400" fill="hold"/>
                  <p:tgtEl>
                    <p:spTgt spid="7"/>
                  </p:tgtEl>
                </p:cBhvr>
              </p:anim>
            </p:childTnLst>
          </p:par>
          <p:par>
            <p:cTn id="03a9de56-691c-47a3-a70a-7e9a91f6e7c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4fe8722-d1ee-4c06-9ea8-791328912958" dur="400" fill="hold"/>
                  <p:tgtEl>
                    <p:spTgt spid="8"/>
                  </p:tgtEl>
                </p:cBhvr>
              </p:anim>
            </p:childTnLst>
          </p:par>
          <p:par>
            <p:cTn id="f89c3421-9497-4ed2-a23a-1a4c8da221c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dccdbf2-e7e5-4b77-bed9-64e86daa77d2" dur="400" fill="hold"/>
                  <p:tgtEl>
                    <p:spTgt spid="9"/>
                  </p:tgtEl>
                </p:cBhvr>
              </p:anim>
            </p:childTnLst>
          </p:par>
          <p:par>
            <p:cTn id="2085d6c5-dd94-412e-b33a-bb25f47672d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7e2ebb9-d6bd-460b-9e82-204361cfa448" dur="400" fill="hold"/>
                  <p:tgtEl>
                    <p:spTgt spid="10"/>
                  </p:tgtEl>
                </p:cBhvr>
              </p:anim>
            </p:childTnLst>
          </p:par>
          <p:par>
            <p:cTn id="51eaabe7-3cb1-4de0-b672-8815d6d6204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ffc1aa5-c603-474b-adb2-37dc9b760dc4" dur="400" fill="hold"/>
                  <p:tgtEl>
                    <p:spTgt spid="11"/>
                  </p:tgtEl>
                </p:cBhvr>
              </p:anim>
            </p:childTnLst>
          </p:par>
          <p:par>
            <p:cTn id="e5df0249-ea76-4504-95de-49c4387a2a1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8a8abbb-b2e2-44f4-84e5-3d2d8f756f65" dur="400" fill="hold"/>
                  <p:tgtEl>
                    <p:spTgt spid="12"/>
                  </p:tgtEl>
                </p:cBhvr>
              </p:anim>
            </p:childTnLst>
          </p:par>
          <p:par>
            <p:cTn id="ef36febe-86bf-47e6-8609-128f154fc8d9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1ee2c03-a4f5-45af-88d4-b4be10616e47" dur="400" fill="hold"/>
                  <p:tgtEl>
                    <p:spTgt spid="13"/>
                  </p:tgtEl>
                </p:cBhvr>
              </p:anim>
            </p:childTnLst>
          </p:par>
          <p:par>
            <p:cTn id="84bccd20-b57c-4a5e-b440-e96b013e5ce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615b9c0-2c5a-46ad-a3d9-844c56a8a2d5" dur="400" fill="hold"/>
                  <p:tgtEl>
                    <p:spTgt spid="14"/>
                  </p:tgtEl>
                </p:cBhvr>
              </p:anim>
            </p:childTnLst>
          </p:par>
          <p:par>
            <p:cTn id="96a1666f-d26c-45df-b88d-88b2c0e601f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462b997-89a7-4241-81cc-c32908d098a2" dur="400" fill="hold"/>
                  <p:tgtEl>
                    <p:spTgt spid="15"/>
                  </p:tgtEl>
                </p:cBhvr>
              </p:anim>
            </p:childTnLst>
          </p:par>
          <p:par>
            <p:cTn id="c2b5a181-48b9-4dae-ba1f-666f8fc30b71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e64737c-b149-457d-82d1-9b28d9723a43" dur="400" fill="hold"/>
                  <p:tgtEl>
                    <p:spTgt spid="16"/>
                  </p:tgtEl>
                </p:cBhvr>
              </p:anim>
            </p:childTnLst>
          </p:par>
          <p:par>
            <p:cTn id="fdec69bb-34e3-4256-b6bf-785d6fe2646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62a5e72-0f30-4b41-97a0-532e64efc42f" dur="400" fill="hold"/>
                  <p:tgtEl>
                    <p:spTgt spid="17"/>
                  </p:tgtEl>
                </p:cBhvr>
              </p:anim>
            </p:childTnLst>
          </p:par>
          <p:par>
            <p:cTn id="f286a458-0257-4d1c-8f87-a0ea0a91728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d98a703-f84c-477d-bc91-42a3707a197e" dur="400" fill="hold"/>
                  <p:tgtEl>
                    <p:spTgt spid="18"/>
                  </p:tgtEl>
                </p:cBhvr>
              </p:anim>
            </p:childTnLst>
          </p:par>
          <p:par>
            <p:cTn id="9f58e77f-5dd7-41af-a8cd-e1fc37ec4cc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4b88c04-3b88-466b-8dfd-cc66bc47dd05" dur="400" fill="hold"/>
                  <p:tgtEl>
                    <p:spTgt spid="19"/>
                  </p:tgtEl>
                </p:cBhvr>
              </p:anim>
            </p:childTnLst>
          </p:par>
          <p:par>
            <p:cTn id="45f6f39e-9fe1-4686-8840-f8c62954874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ff05145-988a-44a6-a9cc-3c34fe90bd4d" dur="400" fill="hold"/>
                  <p:tgtEl>
                    <p:spTgt spid="20"/>
                  </p:tgtEl>
                </p:cBhvr>
              </p:anim>
            </p:childTnLst>
          </p:par>
          <p:par>
            <p:cTn id="6aad0ac1-fdd3-4893-ab3d-28b75c0c672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8b0a14a-ce15-42df-9da6-bd3c1e61c89a" dur="400" fill="hold"/>
                  <p:tgtEl>
                    <p:spTgt spid="21"/>
                  </p:tgtEl>
                </p:cBhvr>
              </p:anim>
            </p:childTnLst>
          </p:par>
          <p:par>
            <p:cTn id="6694f51d-3d50-4e6a-a85f-5c1f1641904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740e447-b050-48f0-9bbc-9365f9837b0d" dur="400" fill="hold"/>
                  <p:tgtEl>
                    <p:spTgt spid="22"/>
                  </p:tgtEl>
                </p:cBhvr>
              </p:anim>
            </p:childTnLst>
          </p:par>
          <p:par>
            <p:cTn id="14f03988-df1b-4119-b941-f3e72a85a21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8ad60b4d-31a1-4aa4-9ace-a08985679263" dur="400" fill="hold"/>
                  <p:tgtEl>
                    <p:spTgt spid="23"/>
                  </p:tgtEl>
                </p:cBhvr>
              </p:anim>
            </p:childTnLst>
          </p:par>
          <p:par>
            <p:cTn id="55efe285-e29d-4119-8aff-3d93702efe9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50e0552-3950-4d1e-8df0-bd6f2e0533b8" dur="400" fill="hold"/>
                  <p:tgtEl>
                    <p:spTgt spid="24"/>
                  </p:tgtEl>
                </p:cBhvr>
              </p:anim>
            </p:childTnLst>
          </p:par>
          <p:par>
            <p:cTn id="f6373fcf-797d-4203-8244-c8dad82fdf0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8fafb3b-3a57-42aa-8b03-adef3cf1e494" dur="400" fill="hold"/>
                  <p:tgtEl>
                    <p:spTgt spid="25"/>
                  </p:tgtEl>
                </p:cBhvr>
              </p:anim>
            </p:childTnLst>
          </p:par>
          <p:par>
            <p:cTn id="a207b274-50ea-40df-8d4e-03f3b8553bb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9a3916f-aadc-474e-bb1c-995030dced5a" dur="400" fill="hold"/>
                  <p:tgtEl>
                    <p:spTgt spid="26"/>
                  </p:tgtEl>
                </p:cBhvr>
              </p:anim>
            </p:childTnLst>
          </p:par>
          <p:par>
            <p:cTn id="5fe2d900-0997-4c43-b675-daadcf2bfaa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dece4db-2656-43a6-bcf6-c38a9dd002f5" dur="400" fill="hold"/>
                  <p:tgtEl>
                    <p:spTgt spid="27"/>
                  </p:tgtEl>
                </p:cBhvr>
              </p:anim>
            </p:childTnLst>
          </p:par>
          <p:par>
            <p:cTn id="97285d93-917b-4419-bf20-b208372d96f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9ccecfa-38a5-43e3-a8c1-08064f056197" dur="400" fill="hold"/>
                  <p:tgtEl>
                    <p:spTgt spid="28"/>
                  </p:tgtEl>
                </p:cBhvr>
              </p:anim>
            </p:childTnLst>
          </p:par>
          <p:par>
            <p:cTn id="022bca71-eb9b-41cd-bdbf-4dcfc9616a9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f5a5b5d-57d9-48c7-9ba7-4c84d2e8c7b3" dur="400" fill="hold"/>
                  <p:tgtEl>
                    <p:spTgt spid="29"/>
                  </p:tgtEl>
                </p:cBhvr>
              </p:anim>
            </p:childTnLst>
          </p:par>
        </p:childTnLst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⚙️ 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简历模板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题库管理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FAQ管理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使用指南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clrMapOvr>
    <a:masterClrMapping/>
  </p:clrMapOvr>
  <p:transition spd="med">
    <p:fade/>
  </p:transition>
  <p:timing>
    <p:tnLst>
      <p:seq concurrent="0">
        <p:cTn id="2389b830-04a8-4e8e-923f-325f40092f85" dur="indefinite">
          <p:stCondLst>
            <p:cond delay="0"/>
          </p:stCondLst>
        </p:cTn>
        <p:childTnLst>
          <p:par>
            <p:cTn id="661bedac-3a2b-424c-82af-e3192a5785bd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be00be88-9f51-4739-9426-7b401a9e6abc" dur="400" fill="hold"/>
                  <p:tgtEl>
                    <p:spTgt spid="6"/>
                  </p:tgtEl>
                </p:cBhvr>
              </p:anim>
            </p:childTnLst>
          </p:par>
          <p:par>
            <p:cTn id="e6a09e9b-d1a7-477c-96f9-5f82b5bb42a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73d1fc4-8e14-40d0-aacb-9196067b0f69" dur="400" fill="hold"/>
                  <p:tgtEl>
                    <p:spTgt spid="7"/>
                  </p:tgtEl>
                </p:cBhvr>
              </p:anim>
            </p:childTnLst>
          </p:par>
          <p:par>
            <p:cTn id="4f712097-fc63-4954-8451-006f794d089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82e6a6c-067f-4084-bdb9-885006fca7af" dur="400" fill="hold"/>
                  <p:tgtEl>
                    <p:spTgt spid="8"/>
                  </p:tgtEl>
                </p:cBhvr>
              </p:anim>
            </p:childTnLst>
          </p:par>
          <p:par>
            <p:cTn id="315f178b-9d14-4752-acda-88e50bb1198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c360b88-8ee1-497f-ba15-b21abf92f031" dur="400" fill="hold"/>
                  <p:tgtEl>
                    <p:spTgt spid="9"/>
                  </p:tgtEl>
                </p:cBhvr>
              </p:anim>
            </p:childTnLst>
          </p:par>
          <p:par>
            <p:cTn id="94bbc9d6-c453-4245-b3c9-596dbd1c0874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53e362c0-829e-4098-8223-8a63b28ce97a" dur="400" fill="hold"/>
                  <p:tgtEl>
                    <p:spTgt spid="10"/>
                  </p:tgtEl>
                </p:cBhvr>
              </p:anim>
            </p:childTnLst>
          </p:par>
          <p:par>
            <p:cTn id="ca978c45-28f6-4159-af5c-381325dd4d3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0fc4029-aef9-4b6c-a273-86393d68d137" dur="400" fill="hold"/>
                  <p:tgtEl>
                    <p:spTgt spid="11"/>
                  </p:tgtEl>
                </p:cBhvr>
              </p:anim>
            </p:childTnLst>
          </p:par>
          <p:par>
            <p:cTn id="7670a044-2a86-4d78-9dca-64dc473befa1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bf8859e-a918-48f7-adf9-ba8968e47091" dur="400" fill="hold"/>
                  <p:tgtEl>
                    <p:spTgt spid="12"/>
                  </p:tgtEl>
                </p:cBhvr>
              </p:anim>
            </p:childTnLst>
          </p:par>
          <p:par>
            <p:cTn id="6dab19ea-f399-46f9-8b42-a768df848f4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99924ce-3500-480e-b0a6-c2a9d3cdb906" dur="400" fill="hold"/>
                  <p:tgtEl>
                    <p:spTgt spid="13"/>
                  </p:tgtEl>
                </p:cBhvr>
              </p:anim>
            </p:childTnLst>
          </p:par>
          <p:par>
            <p:cTn id="506de9e6-86e9-4a84-be0a-386d428a08e9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28737eeb-38b7-4a92-824a-1d092b138a28" dur="400" fill="hold"/>
                  <p:tgtEl>
                    <p:spTgt spid="14"/>
                  </p:tgtEl>
                </p:cBhvr>
              </p:anim>
            </p:childTnLst>
          </p:par>
          <p:par>
            <p:cTn id="9168070b-ebd8-419f-9a87-53fa7b5e60e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dfeb42c-4826-43a4-9fad-e6d0aa850a28" dur="400" fill="hold"/>
                  <p:tgtEl>
                    <p:spTgt spid="15"/>
                  </p:tgtEl>
                </p:cBhvr>
              </p:anim>
            </p:childTnLst>
          </p:par>
          <p:par>
            <p:cTn id="9f2a425a-4514-451b-a43b-14faf5a27b09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1e18117-c5bf-4912-adf4-c876842ea85d" dur="400" fill="hold"/>
                  <p:tgtEl>
                    <p:spTgt spid="16"/>
                  </p:tgtEl>
                </p:cBhvr>
              </p:anim>
            </p:childTnLst>
          </p:par>
          <p:par>
            <p:cTn id="ee93a9b3-e52d-47f0-9fbe-a0356ecffa7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3989ff4-5788-4b22-a1d0-387fb2e2e1be" dur="400" fill="hold"/>
                  <p:tgtEl>
                    <p:spTgt spid="17"/>
                  </p:tgtEl>
                </p:cBhvr>
              </p:anim>
            </p:childTnLst>
          </p:par>
          <p:par>
            <p:cTn id="071b9f6a-4c79-4acd-8537-f2ab92d0aa84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4d719f07-82cb-4d73-833a-63b32f5fdd17" dur="400" fill="hold"/>
                  <p:tgtEl>
                    <p:spTgt spid="18"/>
                  </p:tgtEl>
                </p:cBhvr>
              </p:anim>
            </p:childTnLst>
          </p:par>
          <p:par>
            <p:cTn id="fef7f2d3-841d-47c2-a6e3-32e9953863e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dd4de11-994b-46f4-a186-61c5c08ba7ef" dur="400" fill="hold"/>
                  <p:tgtEl>
                    <p:spTgt spid="19"/>
                  </p:tgtEl>
                </p:cBhvr>
              </p:anim>
            </p:childTnLst>
          </p:par>
          <p:par>
            <p:cTn id="56383e76-9b4e-456d-826a-c76f2ccf4cf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409b333-b339-432f-bd08-9a3782c192e6" dur="400" fill="hold"/>
                  <p:tgtEl>
                    <p:spTgt spid="20"/>
                  </p:tgtEl>
                </p:cBhvr>
              </p:anim>
            </p:childTnLst>
          </p:par>
          <p:par>
            <p:cTn id="cf6d0250-2bc6-488b-8ca5-060c50c91cf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6be6113-07f3-48d7-9a27-33c8b7d2900e" dur="400" fill="hold"/>
                  <p:tgtEl>
                    <p:spTgt spid="21"/>
                  </p:tgtEl>
                </p:cBhvr>
              </p:anim>
            </p:childTnLst>
          </p:par>
          <p:par>
            <p:cTn id="1833075c-47cb-4e74-8086-d86cb5e13c7f" dur="400" fill="hold">
              <p:stCondLst>
                <p:cond delay="0" evt="onclick"/>
              </p:stCondLst>
            </p:cTn>
            <p:childTnLst>
              <p:anim calcmode="lin" valueType="num" from="-0.5" to="0">
                <p:cBhvr accumulate="none" additive="base" rctx="position">
                  <p:cTn id="e94d673b-d8d6-4ae0-b3b6-bb46e1faa5a7" dur="400" fill="hold"/>
                  <p:tgtEl>
                    <p:spTgt spid="22"/>
                  </p:tgtEl>
                </p:cBhvr>
              </p:anim>
            </p:childTnLst>
          </p:par>
          <p:par>
            <p:cTn id="730519c0-6198-488a-b231-c3d12e6b4af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f405fbc-c21c-4a4f-85d6-0028759a4757" dur="400" fill="hold"/>
                  <p:tgtEl>
                    <p:spTgt spid="23"/>
                  </p:tgtEl>
                </p:cBhvr>
              </p:anim>
            </p:childTnLst>
          </p:par>
          <p:par>
            <p:cTn id="a01285c9-a6dd-433a-a809-8276aa30b41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4216a98-8e38-4378-a390-febcca0cf69c" dur="400" fill="hold"/>
                  <p:tgtEl>
                    <p:spTgt spid="24"/>
                  </p:tgtEl>
                </p:cBhvr>
              </p:anim>
            </p:childTnLst>
          </p:par>
          <p:par>
            <p:cTn id="d68db7e9-c33f-4eb5-b41f-768ae9f6051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43e4e97-8407-418a-a41b-f5f0355753b6" dur="400" fill="hold"/>
                  <p:tgtEl>
                    <p:spTgt spid="25"/>
                  </p:tgtEl>
                </p:cBhvr>
              </p:anim>
            </p:childTnLst>
          </p:par>
          <p:par>
            <p:cTn id="1fec31c0-f3fa-4abe-bf91-6c7032f1e162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90c713b6-9d0c-4dc3-98c6-5d3b8c4e2844" dur="400" fill="hold"/>
                  <p:tgtEl>
                    <p:spTgt spid="26"/>
                  </p:tgtEl>
                </p:cBhvr>
              </p:anim>
            </p:childTnLst>
          </p:par>
          <p:par>
            <p:cTn id="25075732-2dc3-40dc-b800-9f7e527506a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cbc8c00-d5ee-4a91-a2b4-67b4332dd88a" dur="400" fill="hold"/>
                  <p:tgtEl>
                    <p:spTgt spid="27"/>
                  </p:tgtEl>
                </p:cBhvr>
              </p:anim>
            </p:childTnLst>
          </p:par>
          <p:par>
            <p:cTn id="d4fdf54c-f019-469b-9475-75b84e4c2f9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2535bac-48a5-4439-96f7-d1e6563f3e12" dur="400" fill="hold"/>
                  <p:tgtEl>
                    <p:spTgt spid="28"/>
                  </p:tgtEl>
                </p:cBhvr>
              </p:anim>
            </p:childTnLst>
          </p:par>
          <p:par>
            <p:cTn id="e02c6160-009e-4703-97cf-19d3a940bac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e8d877f-1ab5-4445-957e-fe5cac90e092" dur="400" fill="hold"/>
                  <p:tgtEl>
                    <p:spTgt spid="29"/>
                  </p:tgtEl>
                </p:cBhvr>
              </p:anim>
            </p:childTnLst>
          </p:par>
          <p:par>
            <p:cTn id="055bc9bd-5c9b-4e85-9685-f70bbcf2d98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751efc1-b366-4828-aff1-5c1b99b9be49" dur="400" fill="hold"/>
                  <p:tgtEl>
                    <p:spTgt spid="30"/>
                  </p:tgtEl>
                </p:cBhvr>
              </p:anim>
            </p:childTnLst>
          </p:par>
          <p:par>
            <p:cTn id="99c1da8c-ac85-4ccd-9a0b-4e0127318b53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543b13a-cc03-433e-a9e7-5d30418dea55" dur="400" fill="hold"/>
                  <p:tgtEl>
                    <p:spTgt spid="31"/>
                  </p:tgtEl>
                </p:cBhvr>
              </p:anim>
            </p:childTnLst>
          </p:par>
          <p:par>
            <p:cTn id="c80992c5-579b-493a-9e75-daadaa2c7f9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276da23-53e6-413e-963b-f720cd67be41" dur="400" fill="hold"/>
                  <p:tgtEl>
                    <p:spTgt spid="32"/>
                  </p:tgtEl>
                </p:cBhvr>
              </p:anim>
            </p:childTnLst>
          </p:par>
          <p:par>
            <p:cTn id="8e6531d8-5f25-4184-8e5a-ce448060b5fa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f1331e7-c599-4873-becf-b7c70d516b9f" dur="400" fill="hold"/>
                  <p:tgtEl>
                    <p:spTgt spid="33"/>
                  </p:tgtEl>
                </p:cBhvr>
              </p:anim>
            </p:childTnLst>
          </p:par>
        </p:childTnLst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📊 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Trebuchet MS"/>
              </a:defRPr>
            </a:pPr>
            <a:r>
              <a:t>实时访问监控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Trebuchet MS"/>
              </a:defRPr>
            </a:pPr>
            <a:r>
              <a:t>广告投放管理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Trebuchet MS"/>
              </a:defRPr>
            </a:pPr>
            <a:r>
              <a:t>服务机器监控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Trebuchet MS"/>
              </a:defRPr>
            </a:pPr>
            <a:r>
              <a:t>智能数据报表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clrMapOvr>
    <a:masterClrMapping/>
  </p:clrMapOvr>
  <p:transition spd="med">
    <p:push dir="l"/>
  </p:transition>
  <p:timing>
    <p:tnLst>
      <p:seq concurrent="0">
        <p:cTn id="f525e476-26a9-4f5a-a6b5-1e69d0a624f5" dur="indefinite">
          <p:stCondLst>
            <p:cond delay="0"/>
          </p:stCondLst>
        </p:cTn>
        <p:childTnLst>
          <p:par>
            <p:cTn id="5b270fcf-d89a-47bd-8630-bc0562e0718b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376877d5-89e7-48ad-87a6-3f74ced7a903" dur="400" fill="hold"/>
                  <p:tgtEl>
                    <p:spTgt spid="6"/>
                  </p:tgtEl>
                </p:cBhvr>
              </p:anim>
            </p:childTnLst>
          </p:par>
          <p:par>
            <p:cTn id="992ec92c-8bc9-44cc-a205-1e30fafffc9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d5ca526-4c8f-490e-8811-ea3add7483e3" dur="400" fill="hold"/>
                  <p:tgtEl>
                    <p:spTgt spid="7"/>
                  </p:tgtEl>
                </p:cBhvr>
              </p:anim>
            </p:childTnLst>
          </p:par>
          <p:par>
            <p:cTn id="2452421c-70ab-4aa7-801a-8d090e030c9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59daa2a6-e97b-4bcd-b2c3-aa00d1c9f418" dur="400" fill="hold"/>
                  <p:tgtEl>
                    <p:spTgt spid="8"/>
                  </p:tgtEl>
                </p:cBhvr>
              </p:anim>
            </p:childTnLst>
          </p:par>
          <p:par>
            <p:cTn id="7d7ecc16-a67a-462d-9b07-bb61e1e7b23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2f386db-0574-4bad-b949-76c4018d862a" dur="400" fill="hold"/>
                  <p:tgtEl>
                    <p:spTgt spid="9"/>
                  </p:tgtEl>
                </p:cBhvr>
              </p:anim>
            </p:childTnLst>
          </p:par>
          <p:par>
            <p:cTn id="453a9485-9f9b-4e47-b28e-3993a7d1df8b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f845efd0-ef30-457b-a80f-158fe32be25f" dur="400" fill="hold"/>
                  <p:tgtEl>
                    <p:spTgt spid="10"/>
                  </p:tgtEl>
                </p:cBhvr>
              </p:anim>
            </p:childTnLst>
          </p:par>
          <p:par>
            <p:cTn id="9e2cb5cc-912c-4549-b66c-e39743491ec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ba04ca1-76c9-4984-be8d-266557507a01" dur="400" fill="hold"/>
                  <p:tgtEl>
                    <p:spTgt spid="11"/>
                  </p:tgtEl>
                </p:cBhvr>
              </p:anim>
            </p:childTnLst>
          </p:par>
          <p:par>
            <p:cTn id="316547b6-ab4e-493c-b404-c75d0fa470b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aa38053c-672f-438c-b472-a81920dfbdbf" dur="400" fill="hold"/>
                  <p:tgtEl>
                    <p:spTgt spid="12"/>
                  </p:tgtEl>
                </p:cBhvr>
              </p:anim>
            </p:childTnLst>
          </p:par>
          <p:par>
            <p:cTn id="0db45dd9-aebf-4cfd-83c9-8fc0a5d2400c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7c48f60-5a63-407f-9dab-2385461bcceb" dur="400" fill="hold"/>
                  <p:tgtEl>
                    <p:spTgt spid="13"/>
                  </p:tgtEl>
                </p:cBhvr>
              </p:anim>
            </p:childTnLst>
          </p:par>
          <p:par>
            <p:cTn id="f6b7ab9f-7579-4d27-8b6d-dcc625b3a828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38c41ae7-280f-4197-866e-d9749c0dca01" dur="400" fill="hold"/>
                  <p:tgtEl>
                    <p:spTgt spid="14"/>
                  </p:tgtEl>
                </p:cBhvr>
              </p:anim>
            </p:childTnLst>
          </p:par>
          <p:par>
            <p:cTn id="83a7933e-a91a-40e8-af15-2e88a00ba53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9ac9fa40-57a7-4909-8f67-fdd58f780bfa" dur="400" fill="hold"/>
                  <p:tgtEl>
                    <p:spTgt spid="15"/>
                  </p:tgtEl>
                </p:cBhvr>
              </p:anim>
            </p:childTnLst>
          </p:par>
          <p:par>
            <p:cTn id="cf36286f-76e1-4b60-bcf9-1de56808a9d5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dca43a8-7f22-4bc5-88bc-8615027017a0" dur="400" fill="hold"/>
                  <p:tgtEl>
                    <p:spTgt spid="16"/>
                  </p:tgtEl>
                </p:cBhvr>
              </p:anim>
            </p:childTnLst>
          </p:par>
          <p:par>
            <p:cTn id="94288682-1e4b-4c74-a31e-2b28deb34194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a7d1b40-d190-479b-af8d-894c2ba1c2e8" dur="400" fill="hold"/>
                  <p:tgtEl>
                    <p:spTgt spid="17"/>
                  </p:tgtEl>
                </p:cBhvr>
              </p:anim>
            </p:childTnLst>
          </p:par>
          <p:par>
            <p:cTn id="e42a9238-3d3c-4e81-96ab-b8440ae784b6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62756d92-50db-41ad-a358-6d01d36f5535" dur="400" fill="hold"/>
                  <p:tgtEl>
                    <p:spTgt spid="18"/>
                  </p:tgtEl>
                </p:cBhvr>
              </p:anim>
            </p:childTnLst>
          </p:par>
          <p:par>
            <p:cTn id="12908da0-d798-414e-afcf-66a061154567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800990c-1820-40da-a1ea-0d5f75fbe037" dur="400" fill="hold"/>
                  <p:tgtEl>
                    <p:spTgt spid="19"/>
                  </p:tgtEl>
                </p:cBhvr>
              </p:anim>
            </p:childTnLst>
          </p:par>
          <p:par>
            <p:cTn id="a4122d62-d8cd-49d0-bd6d-b86e39695dd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de9b9fef-aa3a-4c92-84af-cfb433444d94" dur="400" fill="hold"/>
                  <p:tgtEl>
                    <p:spTgt spid="20"/>
                  </p:tgtEl>
                </p:cBhvr>
              </p:anim>
            </p:childTnLst>
          </p:par>
          <p:par>
            <p:cTn id="f2fa2460-21e4-42b6-b7b7-c14e7246b249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cc6d6d0-dfd5-4b68-97cd-64cc735c5bd3" dur="400" fill="hold"/>
                  <p:tgtEl>
                    <p:spTgt spid="21"/>
                  </p:tgtEl>
                </p:cBhvr>
              </p:anim>
            </p:childTnLst>
          </p:par>
        </p:childTnLst>
      </p:seq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🚀 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近期目标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完善多Agent协作</a:t>
            </a:r>
            <a:br/>
            <a:r>
              <a:t>优化RAG效果</a:t>
            </a:r>
            <a:br/>
            <a:r>
              <a:t>扩展行业模板库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Trebuchet MS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上线移动端</a:t>
            </a:r>
            <a:br/>
            <a:r>
              <a:t>接入更多LLM</a:t>
            </a:r>
            <a:br/>
            <a:r>
              <a:t>开放API生态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Trebuchet MS"/>
              </a:defRPr>
            </a:pPr>
            <a:r>
              <a:t>远期愿景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全链路AI求职平台</a:t>
            </a:r>
            <a:br/>
            <a:r>
              <a:t>从简历到入职</a:t>
            </a:r>
            <a:br/>
            <a:r>
              <a:t>智能闭环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F1A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clrMapOvr>
    <a:masterClrMapping/>
  </p:clrMapOvr>
  <p:transition spd="med">
    <p:cover dir="r"/>
  </p:transition>
  <p:timing>
    <p:tnLst>
      <p:seq concurrent="0">
        <p:cTn id="62087210-bd18-4973-93f6-908da26dc2f4" dur="indefinite">
          <p:stCondLst>
            <p:cond delay="0"/>
          </p:stCondLst>
        </p:cTn>
        <p:childTnLst>
          <p:par>
            <p:cTn id="f2f56fd8-f2b6-4af1-95e8-4b88c00c4ccb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01b08996-3928-462d-9245-1550b00c5705" dur="400" fill="hold"/>
                  <p:tgtEl>
                    <p:spTgt spid="6"/>
                  </p:tgtEl>
                </p:cBhvr>
              </p:anim>
            </p:childTnLst>
          </p:par>
          <p:par>
            <p:cTn id="75d18a3b-f40d-40ec-a9d3-b648286ba03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875bfe7-aeea-4115-ada2-f01f071c270b" dur="400" fill="hold"/>
                  <p:tgtEl>
                    <p:spTgt spid="7"/>
                  </p:tgtEl>
                </p:cBhvr>
              </p:anim>
            </p:childTnLst>
          </p:par>
          <p:par>
            <p:cTn id="57c79c20-e658-4d33-9ddf-02c56e667d2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1ee1356d-9455-4142-9dfb-5b8fa597d019" dur="400" fill="hold"/>
                  <p:tgtEl>
                    <p:spTgt spid="8"/>
                  </p:tgtEl>
                </p:cBhvr>
              </p:anim>
            </p:childTnLst>
          </p:par>
          <p:par>
            <p:cTn id="ba32bd9c-4270-4157-b434-69de771852a6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62d083be-3d3d-42ee-a72e-b2e6b6995e2b" dur="400" fill="hold"/>
                  <p:tgtEl>
                    <p:spTgt spid="9"/>
                  </p:tgtEl>
                </p:cBhvr>
              </p:anim>
            </p:childTnLst>
          </p:par>
          <p:par>
            <p:cTn id="d463b341-8e5e-430c-84d8-ca9b68868aa8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3b8019ae-2b77-4e39-975d-0f76d798d745" dur="400" fill="hold"/>
                  <p:tgtEl>
                    <p:spTgt spid="10"/>
                  </p:tgtEl>
                </p:cBhvr>
              </p:anim>
            </p:childTnLst>
          </p:par>
          <p:par>
            <p:cTn id="60a0ad14-3807-411a-bbcc-5a912c25751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4c9d942-ad61-4986-9a1c-80bad4eb0a5b" dur="400" fill="hold"/>
                  <p:tgtEl>
                    <p:spTgt spid="11"/>
                  </p:tgtEl>
                </p:cBhvr>
              </p:anim>
            </p:childTnLst>
          </p:par>
          <p:par>
            <p:cTn id="63d40c6f-6156-4d83-bd34-c797531c3c99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0591f05d-07af-4530-a584-df9017e647d8" dur="400" fill="hold"/>
                  <p:tgtEl>
                    <p:spTgt spid="12"/>
                  </p:tgtEl>
                </p:cBhvr>
              </p:anim>
            </p:childTnLst>
          </p:par>
          <p:par>
            <p:cTn id="5efcb105-6e30-4b0c-822d-dce1fc5334c1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3ce346a9-a134-4d8c-851f-46820a6e15c5" dur="400" fill="hold"/>
                  <p:tgtEl>
                    <p:spTgt spid="13"/>
                  </p:tgtEl>
                </p:cBhvr>
              </p:anim>
            </p:childTnLst>
          </p:par>
          <p:par>
            <p:cTn id="db992c9a-53f8-4955-8869-f48ac346bc5c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325e9455-140b-489e-9117-023118d0a44d" dur="400" fill="hold"/>
                  <p:tgtEl>
                    <p:spTgt spid="14"/>
                  </p:tgtEl>
                </p:cBhvr>
              </p:anim>
            </p:childTnLst>
          </p:par>
          <p:par>
            <p:cTn id="abf69f34-566b-4a36-a51d-8e22072dae4d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386ff23-1c22-47d1-ab68-6144e5ef3069" dur="400" fill="hold"/>
                  <p:tgtEl>
                    <p:spTgt spid="15"/>
                  </p:tgtEl>
                </p:cBhvr>
              </p:anim>
            </p:childTnLst>
          </p:par>
          <p:par>
            <p:cTn id="f74c9e9c-d5f3-45cf-aaee-bb73e84dbf0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c8360c7e-5ccd-443e-8a6e-f0f97c778744" dur="400" fill="hold"/>
                  <p:tgtEl>
                    <p:spTgt spid="16"/>
                  </p:tgtEl>
                </p:cBhvr>
              </p:anim>
            </p:childTnLst>
          </p:par>
          <p:par>
            <p:cTn id="3befd0e0-f84f-4621-b1d1-6ca4819ec4e8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b57e5eca-36b5-4b71-9461-50d99b74cdac" dur="400" fill="hold"/>
                  <p:tgtEl>
                    <p:spTgt spid="17"/>
                  </p:tgtEl>
                </p:cBhvr>
              </p:anim>
            </p:childTnLst>
          </p:par>
          <p:par>
            <p:cTn id="b5d4c34f-2aea-42c8-a6a9-8da2c6d873a2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eee21f47-b174-4f66-921f-be497b9e25a6" dur="400" fill="hold"/>
                  <p:tgtEl>
                    <p:spTgt spid="18"/>
                  </p:tgtEl>
                </p:cBhvr>
              </p:anim>
            </p:childTnLst>
          </p:par>
          <p:par>
            <p:cTn id="d9780d63-6f49-4d32-afb2-b1403d781a20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7ff24afc-09f7-444e-b910-9ec05012e27e" dur="400" fill="hold"/>
                  <p:tgtEl>
                    <p:spTgt spid="19"/>
                  </p:tgtEl>
                </p:cBhvr>
              </p:anim>
            </p:childTnLst>
          </p:par>
        </p:childTnLst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clrMapOvr>
    <a:masterClrMapping/>
  </p:clrMapOvr>
  <p:transition spd="med">
    <p:dissolve/>
  </p:transition>
  <p:timing>
    <p:tnLst>
      <p:seq concurrent="0">
        <p:cTn id="3c085e2b-04d6-4d23-8840-f4dd7aee606d" dur="indefinite">
          <p:stCondLst>
            <p:cond delay="0"/>
          </p:stCondLst>
        </p:cTn>
        <p:childTnLst>
          <p:par>
            <p:cTn id="4cff11f5-7028-42d5-a1d3-340c73231a6a" dur="400" fill="hold">
              <p:stCondLst>
                <p:cond delay="0" evt="onclick"/>
              </p:stCondLst>
            </p:cTn>
            <p:childTnLst>
              <p:anim calcmode="lin" valueType="num" by="100">
                <p:cBhvr accumulate="none" additive="base" rctx="scale">
                  <p:cTn id="df0328e3-a66b-4d57-818b-8b8231221bdb" dur="400" fill="hold"/>
                  <p:tgtEl>
                    <p:spTgt spid="4"/>
                  </p:tgtEl>
                </p:cBhvr>
              </p:anim>
            </p:childTnLst>
          </p:par>
          <p:par>
            <p:cTn id="4a1324bf-abdd-43cb-bacf-903570fdabee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2f92f166-345c-41e5-8fcb-f62a076c8b81" dur="400" fill="hold"/>
                  <p:tgtEl>
                    <p:spTgt spid="5"/>
                  </p:tgtEl>
                </p:cBhvr>
              </p:anim>
            </p:childTnLst>
          </p:par>
          <p:par>
            <p:cTn id="6a90ca18-704e-40ed-a727-d6051c14e06b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4710c760-bd1c-409c-aad7-b3186b33dd9f" dur="400" fill="hold"/>
                  <p:tgtEl>
                    <p:spTgt spid="6"/>
                  </p:tgtEl>
                </p:cBhvr>
              </p:anim>
            </p:childTnLst>
          </p:par>
          <p:par>
            <p:cTn id="e473eeb5-a278-4e52-8a14-480ef3d9a02f" dur="400" fill="hold">
              <p:stCondLst>
                <p:cond delay="0" evt="onclick"/>
              </p:stCondLst>
            </p:cTn>
            <p:childTnLst>
              <p:anim calcmode="lin" valueType="num" to="1">
                <p:cBhvr accumulate="none" additive="base" rctx="alpha">
                  <p:cTn id="fb3f421e-b57d-475a-9ffd-36f7c503a74a" dur="400" fill="hold"/>
                  <p:tgtEl>
                    <p:spTgt spid="7"/>
                  </p:tgtEl>
                </p:cBhvr>
              </p:anim>
            </p:childTnLst>
          </p:par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