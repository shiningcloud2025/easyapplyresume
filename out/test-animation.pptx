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点击鼠标 → 查看第1个特效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再点一次 → 第2个特效出现！</a:t>
            </a:r>
          </a:p>
        </p:txBody>
      </p:sp>
    </p:spTree>
  </p:cSld>
  <p:transition spd="med">
    <p:fade/>
  </p:transition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dur="6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0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5" dur="500" fill="hold">
                      <p:stCondLst>
                        <p:cond delay="0"/>
                      </p:stCondLst>
                      <p:childTnLst>
                        <p:animEffect transition="in" filterType="fly">
                          <p:cBhvr>
                            <p:cTn id="106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测试页2 — 继续点击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每个元素都是点一次出现一个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这就是点击触发的进场特效</a:t>
            </a:r>
          </a:p>
        </p:txBody>
      </p:sp>
    </p:spTree>
  </p:cSld>
  <p:transition spd="med">
    <p:fade/>
  </p:transition>
  <p:timing>
    <p:tnLst>
      <p:par>
        <p:cTn id="107" dur="indefinite" restart="never" nodeType="tmRoot">
          <p:childTnLst>
            <p:seq concurrent="1" nextAc="seek">
              <p:cTn id="108" dur="indefinite" nodeType="mainSeq">
                <p:childTnLst>
                  <p:par>
                    <p:cTn id="109" dur="500" fill="hold">
                      <p:stCondLst>
                        <p:cond delay="0"/>
                      </p:stCondLst>
                      <p:childTnLst>
                        <p:animEffect transition="in" filterType="wipe">
                          <p:cBhvr>
                            <p:cTn id="110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1" dur="500" fill="hold">
                      <p:stCondLst>
                        <p:cond delay="0"/>
                      </p:stCondLst>
                      <p:childTnLst>
                        <p:animEffect transition="in" filterType="fly">
                          <p:cBhvr>
                            <p:cTn id="112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3" dur="500" fill="hold">
                      <p:stCondLst>
                        <p:cond delay="0"/>
                      </p:stCondLst>
                      <p:childTnLst>
                        <p:animEffect transition="in" filterType="zoom" zoomTransition="in">
                          <p:cBhvr>
                            <p:cTn id="114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