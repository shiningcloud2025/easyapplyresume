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个人用户(C端):AI简历优化+面试模拟 / 招聘生态:智能简历初筛+人岗匹配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