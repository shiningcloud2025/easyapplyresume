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基础框架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Boot 3.3.5 + Java 21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Security 双链认证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MyBatis-Plus 3.5.7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Nacos 配置中心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Spring AI 多模型适配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ReAct Agent 智能体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RAG 检索增强生成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DashScope / 智谱 / Ollama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数据与存储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MySQL + PostgreSQL / PgVector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Redis 缓存 &amp; 消息通知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MinIO / 七牛云 OSS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Docker 容器化部署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LLM 调用 · 记忆管理 · 基础抽象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