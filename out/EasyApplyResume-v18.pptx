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2025届高校毕业生规模预测达 </a:t>
            </a:r>
            <a:r>
              <a:rPr sz="26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2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简历竞争力不透明：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缺乏专业的量化分析与针对性的优化建议，难以突出个人优势。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咨询服务响应滞后：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专业顾问服务供需严重失衡，信息传递存在壁垒，反馈不及时。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▸ 笔试准备缺乏资源：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6576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Bef>
                <a:spcPts val="20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 algn="ctr">
              <a:spcBef>
                <a:spcPts val="30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简历量化评估  ·  模拟交互咨询  ·  全流程求职辅助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简历分析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AI 驱动简历深度分析</a:t>
            </a:r>
            <a:br/>
            <a:r>
              <a:t>智能优化内容排版</a:t>
            </a:r>
            <a:br/>
            <a:r>
              <a:t>精准匹配岗位要求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937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交互咨询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模拟真实求职场景</a:t>
            </a:r>
            <a:br/>
            <a:r>
              <a:t>实时专业反馈指导</a:t>
            </a:r>
            <a:br/>
            <a:r>
              <a:t>个性化提升方案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93776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实战演练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海量行业真实题库</a:t>
            </a:r>
            <a:br/>
            <a:r>
              <a:t>场景化笔试训练</a:t>
            </a:r>
            <a:br/>
            <a:r>
              <a:t>全方位能力提升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